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6" r:id="rId1"/>
    <p:sldMasterId id="2147483797" r:id="rId2"/>
  </p:sldMasterIdLst>
  <p:sldIdLst>
    <p:sldId id="256" r:id="rId3"/>
    <p:sldId id="274" r:id="rId4"/>
    <p:sldId id="258" r:id="rId5"/>
    <p:sldId id="259" r:id="rId6"/>
    <p:sldId id="260" r:id="rId7"/>
    <p:sldId id="270" r:id="rId8"/>
    <p:sldId id="271" r:id="rId9"/>
    <p:sldId id="262" r:id="rId10"/>
    <p:sldId id="272" r:id="rId11"/>
    <p:sldId id="263" r:id="rId12"/>
    <p:sldId id="264" r:id="rId13"/>
    <p:sldId id="265" r:id="rId14"/>
    <p:sldId id="266" r:id="rId15"/>
    <p:sldId id="267" r:id="rId16"/>
    <p:sldId id="273" r:id="rId17"/>
    <p:sldId id="268" r:id="rId18"/>
    <p:sldId id="269"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CB24805-2CA4-4C7E-A9E5-4F10B6C5FDEE}" v="137" dt="2026-06-16T18:13:03.94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930" autoAdjust="0"/>
    <p:restoredTop sz="94660"/>
  </p:normalViewPr>
  <p:slideViewPr>
    <p:cSldViewPr snapToGrid="0">
      <p:cViewPr varScale="1">
        <p:scale>
          <a:sx n="77" d="100"/>
          <a:sy n="77" d="100"/>
        </p:scale>
        <p:origin x="259"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microsoft.com/office/2015/10/relationships/revisionInfo" Target="revisionInfo.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microsoft.com/office/2016/11/relationships/changesInfo" Target="changesInfos/changesInfo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EMANTH HEMANTH" userId="3e12719d9dc07c39" providerId="LiveId" clId="{EEC43C4B-81C5-434F-840D-4C50E4DA4CA4}"/>
    <pc:docChg chg="undo custSel modSld sldOrd modMainMaster">
      <pc:chgData name="HEMANTH HEMANTH" userId="3e12719d9dc07c39" providerId="LiveId" clId="{EEC43C4B-81C5-434F-840D-4C50E4DA4CA4}" dt="2026-06-16T18:13:03.941" v="844"/>
      <pc:docMkLst>
        <pc:docMk/>
      </pc:docMkLst>
      <pc:sldChg chg="addSp delSp modSp mod setBg modClrScheme delDesignElem chgLayout">
        <pc:chgData name="HEMANTH HEMANTH" userId="3e12719d9dc07c39" providerId="LiveId" clId="{EEC43C4B-81C5-434F-840D-4C50E4DA4CA4}" dt="2026-06-16T18:12:27.247" v="834" actId="1076"/>
        <pc:sldMkLst>
          <pc:docMk/>
          <pc:sldMk cId="3809531000" sldId="256"/>
        </pc:sldMkLst>
        <pc:spChg chg="mod ord">
          <ac:chgData name="HEMANTH HEMANTH" userId="3e12719d9dc07c39" providerId="LiveId" clId="{EEC43C4B-81C5-434F-840D-4C50E4DA4CA4}" dt="2026-06-16T18:09:17.760" v="781" actId="700"/>
          <ac:spMkLst>
            <pc:docMk/>
            <pc:sldMk cId="3809531000" sldId="256"/>
            <ac:spMk id="2" creationId="{3F0B7B49-B743-C612-81FF-3C3C9AB073D7}"/>
          </ac:spMkLst>
        </pc:spChg>
        <pc:spChg chg="mod ord">
          <ac:chgData name="HEMANTH HEMANTH" userId="3e12719d9dc07c39" providerId="LiveId" clId="{EEC43C4B-81C5-434F-840D-4C50E4DA4CA4}" dt="2026-06-16T18:12:27.247" v="834" actId="1076"/>
          <ac:spMkLst>
            <pc:docMk/>
            <pc:sldMk cId="3809531000" sldId="256"/>
            <ac:spMk id="3" creationId="{C0B4B3C9-8554-8373-9FA4-F2A7B51ED16E}"/>
          </ac:spMkLst>
        </pc:spChg>
        <pc:spChg chg="add mod ord">
          <ac:chgData name="HEMANTH HEMANTH" userId="3e12719d9dc07c39" providerId="LiveId" clId="{EEC43C4B-81C5-434F-840D-4C50E4DA4CA4}" dt="2026-06-16T18:12:21.039" v="833" actId="1076"/>
          <ac:spMkLst>
            <pc:docMk/>
            <pc:sldMk cId="3809531000" sldId="256"/>
            <ac:spMk id="4" creationId="{03F30C11-EDFC-2A66-C22A-20F101438E44}"/>
          </ac:spMkLst>
        </pc:spChg>
        <pc:spChg chg="del">
          <ac:chgData name="HEMANTH HEMANTH" userId="3e12719d9dc07c39" providerId="LiveId" clId="{EEC43C4B-81C5-434F-840D-4C50E4DA4CA4}" dt="2026-06-16T17:07:04.156" v="120"/>
          <ac:spMkLst>
            <pc:docMk/>
            <pc:sldMk cId="3809531000" sldId="256"/>
            <ac:spMk id="8" creationId="{9179DE42-5613-4B35-A1E6-6CCBAA13C743}"/>
          </ac:spMkLst>
        </pc:spChg>
        <pc:spChg chg="del">
          <ac:chgData name="HEMANTH HEMANTH" userId="3e12719d9dc07c39" providerId="LiveId" clId="{EEC43C4B-81C5-434F-840D-4C50E4DA4CA4}" dt="2026-06-16T17:07:04.156" v="120"/>
          <ac:spMkLst>
            <pc:docMk/>
            <pc:sldMk cId="3809531000" sldId="256"/>
            <ac:spMk id="14" creationId="{52FB45E9-914E-4471-AC87-E475CD51767D}"/>
          </ac:spMkLst>
        </pc:spChg>
        <pc:spChg chg="del">
          <ac:chgData name="HEMANTH HEMANTH" userId="3e12719d9dc07c39" providerId="LiveId" clId="{EEC43C4B-81C5-434F-840D-4C50E4DA4CA4}" dt="2026-06-16T17:07:04.156" v="120"/>
          <ac:spMkLst>
            <pc:docMk/>
            <pc:sldMk cId="3809531000" sldId="256"/>
            <ac:spMk id="16" creationId="{C310626D-5743-49D4-8F7D-88C4F8F05774}"/>
          </ac:spMkLst>
        </pc:spChg>
        <pc:spChg chg="del">
          <ac:chgData name="HEMANTH HEMANTH" userId="3e12719d9dc07c39" providerId="LiveId" clId="{EEC43C4B-81C5-434F-840D-4C50E4DA4CA4}" dt="2026-06-16T17:07:04.156" v="120"/>
          <ac:spMkLst>
            <pc:docMk/>
            <pc:sldMk cId="3809531000" sldId="256"/>
            <ac:spMk id="18" creationId="{3C195FC1-B568-4C72-9902-34CB35DDD7A1}"/>
          </ac:spMkLst>
        </pc:spChg>
        <pc:spChg chg="del">
          <ac:chgData name="HEMANTH HEMANTH" userId="3e12719d9dc07c39" providerId="LiveId" clId="{EEC43C4B-81C5-434F-840D-4C50E4DA4CA4}" dt="2026-06-16T17:07:04.156" v="120"/>
          <ac:spMkLst>
            <pc:docMk/>
            <pc:sldMk cId="3809531000" sldId="256"/>
            <ac:spMk id="20" creationId="{EF2BDF77-362C-43F0-8CBB-A969EC2AE0C4}"/>
          </ac:spMkLst>
        </pc:spChg>
        <pc:spChg chg="del">
          <ac:chgData name="HEMANTH HEMANTH" userId="3e12719d9dc07c39" providerId="LiveId" clId="{EEC43C4B-81C5-434F-840D-4C50E4DA4CA4}" dt="2026-06-16T17:07:04.156" v="120"/>
          <ac:spMkLst>
            <pc:docMk/>
            <pc:sldMk cId="3809531000" sldId="256"/>
            <ac:spMk id="22" creationId="{4BE96B01-3929-432D-B8C2-ADBCB74C2EF4}"/>
          </ac:spMkLst>
        </pc:spChg>
        <pc:spChg chg="del">
          <ac:chgData name="HEMANTH HEMANTH" userId="3e12719d9dc07c39" providerId="LiveId" clId="{EEC43C4B-81C5-434F-840D-4C50E4DA4CA4}" dt="2026-06-16T17:07:04.156" v="120"/>
          <ac:spMkLst>
            <pc:docMk/>
            <pc:sldMk cId="3809531000" sldId="256"/>
            <ac:spMk id="24" creationId="{2A6FCDE6-CDE2-4C51-B18E-A95CFB679714}"/>
          </ac:spMkLst>
        </pc:spChg>
        <pc:spChg chg="del">
          <ac:chgData name="HEMANTH HEMANTH" userId="3e12719d9dc07c39" providerId="LiveId" clId="{EEC43C4B-81C5-434F-840D-4C50E4DA4CA4}" dt="2026-06-16T17:07:04.156" v="120"/>
          <ac:spMkLst>
            <pc:docMk/>
            <pc:sldMk cId="3809531000" sldId="256"/>
            <ac:spMk id="26" creationId="{9D2E8756-2465-473A-BA2A-2DB1D6224745}"/>
          </ac:spMkLst>
        </pc:spChg>
        <pc:cxnChg chg="del">
          <ac:chgData name="HEMANTH HEMANTH" userId="3e12719d9dc07c39" providerId="LiveId" clId="{EEC43C4B-81C5-434F-840D-4C50E4DA4CA4}" dt="2026-06-16T17:07:04.156" v="120"/>
          <ac:cxnSpMkLst>
            <pc:docMk/>
            <pc:sldMk cId="3809531000" sldId="256"/>
            <ac:cxnSpMk id="10" creationId="{EB898B32-3891-4C3A-8F58-C5969D2E9033}"/>
          </ac:cxnSpMkLst>
        </pc:cxnChg>
        <pc:cxnChg chg="del">
          <ac:chgData name="HEMANTH HEMANTH" userId="3e12719d9dc07c39" providerId="LiveId" clId="{EEC43C4B-81C5-434F-840D-4C50E4DA4CA4}" dt="2026-06-16T17:07:04.156" v="120"/>
          <ac:cxnSpMkLst>
            <pc:docMk/>
            <pc:sldMk cId="3809531000" sldId="256"/>
            <ac:cxnSpMk id="12" creationId="{4AE4806D-B8F9-4679-A68A-9BD21C01A301}"/>
          </ac:cxnSpMkLst>
        </pc:cxnChg>
      </pc:sldChg>
      <pc:sldChg chg="delSp setBg delDesignElem">
        <pc:chgData name="HEMANTH HEMANTH" userId="3e12719d9dc07c39" providerId="LiveId" clId="{EEC43C4B-81C5-434F-840D-4C50E4DA4CA4}" dt="2026-06-16T18:13:03.941" v="844"/>
        <pc:sldMkLst>
          <pc:docMk/>
          <pc:sldMk cId="1023588954" sldId="258"/>
        </pc:sldMkLst>
        <pc:spChg chg="del">
          <ac:chgData name="HEMANTH HEMANTH" userId="3e12719d9dc07c39" providerId="LiveId" clId="{EEC43C4B-81C5-434F-840D-4C50E4DA4CA4}" dt="2026-06-16T17:07:04.156" v="120"/>
          <ac:spMkLst>
            <pc:docMk/>
            <pc:sldMk cId="1023588954" sldId="258"/>
            <ac:spMk id="8" creationId="{A65AC7D1-EAA9-48F5-B509-60A7F50BF703}"/>
          </ac:spMkLst>
        </pc:spChg>
        <pc:spChg chg="del">
          <ac:chgData name="HEMANTH HEMANTH" userId="3e12719d9dc07c39" providerId="LiveId" clId="{EEC43C4B-81C5-434F-840D-4C50E4DA4CA4}" dt="2026-06-16T17:07:04.156" v="120"/>
          <ac:spMkLst>
            <pc:docMk/>
            <pc:sldMk cId="1023588954" sldId="258"/>
            <ac:spMk id="10" creationId="{D6320AF9-619A-4175-865B-5663E1AEF4C5}"/>
          </ac:spMkLst>
        </pc:spChg>
        <pc:spChg chg="del">
          <ac:chgData name="HEMANTH HEMANTH" userId="3e12719d9dc07c39" providerId="LiveId" clId="{EEC43C4B-81C5-434F-840D-4C50E4DA4CA4}" dt="2026-06-16T17:07:04.156" v="120"/>
          <ac:spMkLst>
            <pc:docMk/>
            <pc:sldMk cId="1023588954" sldId="258"/>
            <ac:spMk id="16" creationId="{7E018740-5C2B-4A41-AC1A-7E68D1EC1954}"/>
          </ac:spMkLst>
        </pc:spChg>
        <pc:spChg chg="del">
          <ac:chgData name="HEMANTH HEMANTH" userId="3e12719d9dc07c39" providerId="LiveId" clId="{EEC43C4B-81C5-434F-840D-4C50E4DA4CA4}" dt="2026-06-16T17:07:04.156" v="120"/>
          <ac:spMkLst>
            <pc:docMk/>
            <pc:sldMk cId="1023588954" sldId="258"/>
            <ac:spMk id="18" creationId="{166F75A4-C475-4941-8EE2-B80A06A2C1BB}"/>
          </ac:spMkLst>
        </pc:spChg>
        <pc:spChg chg="del">
          <ac:chgData name="HEMANTH HEMANTH" userId="3e12719d9dc07c39" providerId="LiveId" clId="{EEC43C4B-81C5-434F-840D-4C50E4DA4CA4}" dt="2026-06-16T17:07:04.156" v="120"/>
          <ac:spMkLst>
            <pc:docMk/>
            <pc:sldMk cId="1023588954" sldId="258"/>
            <ac:spMk id="20" creationId="{A032553A-72E8-4B0D-8405-FF9771C9AF05}"/>
          </ac:spMkLst>
        </pc:spChg>
        <pc:spChg chg="del">
          <ac:chgData name="HEMANTH HEMANTH" userId="3e12719d9dc07c39" providerId="LiveId" clId="{EEC43C4B-81C5-434F-840D-4C50E4DA4CA4}" dt="2026-06-16T17:07:04.156" v="120"/>
          <ac:spMkLst>
            <pc:docMk/>
            <pc:sldMk cId="1023588954" sldId="258"/>
            <ac:spMk id="22" creationId="{765800AC-C3B9-498E-87BC-29FAE4C76B21}"/>
          </ac:spMkLst>
        </pc:spChg>
        <pc:spChg chg="del">
          <ac:chgData name="HEMANTH HEMANTH" userId="3e12719d9dc07c39" providerId="LiveId" clId="{EEC43C4B-81C5-434F-840D-4C50E4DA4CA4}" dt="2026-06-16T17:07:04.156" v="120"/>
          <ac:spMkLst>
            <pc:docMk/>
            <pc:sldMk cId="1023588954" sldId="258"/>
            <ac:spMk id="24" creationId="{1F9D6ACB-2FF4-49F9-978A-E0D5327FC635}"/>
          </ac:spMkLst>
        </pc:spChg>
        <pc:spChg chg="del">
          <ac:chgData name="HEMANTH HEMANTH" userId="3e12719d9dc07c39" providerId="LiveId" clId="{EEC43C4B-81C5-434F-840D-4C50E4DA4CA4}" dt="2026-06-16T17:07:04.156" v="120"/>
          <ac:spMkLst>
            <pc:docMk/>
            <pc:sldMk cId="1023588954" sldId="258"/>
            <ac:spMk id="26" creationId="{142BFA2A-77A0-4F60-A32A-685681C84889}"/>
          </ac:spMkLst>
        </pc:spChg>
        <pc:cxnChg chg="del">
          <ac:chgData name="HEMANTH HEMANTH" userId="3e12719d9dc07c39" providerId="LiveId" clId="{EEC43C4B-81C5-434F-840D-4C50E4DA4CA4}" dt="2026-06-16T17:07:04.156" v="120"/>
          <ac:cxnSpMkLst>
            <pc:docMk/>
            <pc:sldMk cId="1023588954" sldId="258"/>
            <ac:cxnSpMk id="12" creationId="{063B6EC6-D752-4EE7-908B-F8F19E8C7FEA}"/>
          </ac:cxnSpMkLst>
        </pc:cxnChg>
        <pc:cxnChg chg="del">
          <ac:chgData name="HEMANTH HEMANTH" userId="3e12719d9dc07c39" providerId="LiveId" clId="{EEC43C4B-81C5-434F-840D-4C50E4DA4CA4}" dt="2026-06-16T17:07:04.156" v="120"/>
          <ac:cxnSpMkLst>
            <pc:docMk/>
            <pc:sldMk cId="1023588954" sldId="258"/>
            <ac:cxnSpMk id="14" creationId="{EFECD4E8-AD3E-4228-82A2-9461958EA94D}"/>
          </ac:cxnSpMkLst>
        </pc:cxnChg>
      </pc:sldChg>
      <pc:sldChg chg="delSp modSp setBg delDesignElem">
        <pc:chgData name="HEMANTH HEMANTH" userId="3e12719d9dc07c39" providerId="LiveId" clId="{EEC43C4B-81C5-434F-840D-4C50E4DA4CA4}" dt="2026-06-16T17:33:56.403" v="467"/>
        <pc:sldMkLst>
          <pc:docMk/>
          <pc:sldMk cId="1606829816" sldId="259"/>
        </pc:sldMkLst>
        <pc:spChg chg="mod">
          <ac:chgData name="HEMANTH HEMANTH" userId="3e12719d9dc07c39" providerId="LiveId" clId="{EEC43C4B-81C5-434F-840D-4C50E4DA4CA4}" dt="2026-06-16T17:33:56.403" v="467"/>
          <ac:spMkLst>
            <pc:docMk/>
            <pc:sldMk cId="1606829816" sldId="259"/>
            <ac:spMk id="2" creationId="{5F52AF2B-98D8-3794-2357-28218172E90F}"/>
          </ac:spMkLst>
        </pc:spChg>
        <pc:spChg chg="mod">
          <ac:chgData name="HEMANTH HEMANTH" userId="3e12719d9dc07c39" providerId="LiveId" clId="{EEC43C4B-81C5-434F-840D-4C50E4DA4CA4}" dt="2026-06-16T17:33:56.403" v="467"/>
          <ac:spMkLst>
            <pc:docMk/>
            <pc:sldMk cId="1606829816" sldId="259"/>
            <ac:spMk id="3" creationId="{29EF07F2-33A8-A518-ECDE-EEE75958C22D}"/>
          </ac:spMkLst>
        </pc:spChg>
        <pc:spChg chg="del">
          <ac:chgData name="HEMANTH HEMANTH" userId="3e12719d9dc07c39" providerId="LiveId" clId="{EEC43C4B-81C5-434F-840D-4C50E4DA4CA4}" dt="2026-06-16T17:07:04.156" v="120"/>
          <ac:spMkLst>
            <pc:docMk/>
            <pc:sldMk cId="1606829816" sldId="259"/>
            <ac:spMk id="8" creationId="{86C16C40-7C29-4ACC-B851-7E08E459B596}"/>
          </ac:spMkLst>
        </pc:spChg>
        <pc:grpChg chg="del">
          <ac:chgData name="HEMANTH HEMANTH" userId="3e12719d9dc07c39" providerId="LiveId" clId="{EEC43C4B-81C5-434F-840D-4C50E4DA4CA4}" dt="2026-06-16T17:07:04.156" v="120"/>
          <ac:grpSpMkLst>
            <pc:docMk/>
            <pc:sldMk cId="1606829816" sldId="259"/>
            <ac:grpSpMk id="10" creationId="{CDD733AE-DD5E-4C77-8BCD-72BF12A06BB1}"/>
          </ac:grpSpMkLst>
        </pc:grpChg>
      </pc:sldChg>
      <pc:sldChg chg="delSp modSp mod setBg delDesignElem">
        <pc:chgData name="HEMANTH HEMANTH" userId="3e12719d9dc07c39" providerId="LiveId" clId="{EEC43C4B-81C5-434F-840D-4C50E4DA4CA4}" dt="2026-06-16T17:34:12.322" v="470"/>
        <pc:sldMkLst>
          <pc:docMk/>
          <pc:sldMk cId="3743468420" sldId="260"/>
        </pc:sldMkLst>
        <pc:spChg chg="mod">
          <ac:chgData name="HEMANTH HEMANTH" userId="3e12719d9dc07c39" providerId="LiveId" clId="{EEC43C4B-81C5-434F-840D-4C50E4DA4CA4}" dt="2026-06-16T17:33:09.100" v="461" actId="20577"/>
          <ac:spMkLst>
            <pc:docMk/>
            <pc:sldMk cId="3743468420" sldId="260"/>
            <ac:spMk id="2" creationId="{17C77221-D2BA-D6B3-C1DE-359CACC2BF80}"/>
          </ac:spMkLst>
        </pc:spChg>
        <pc:spChg chg="mod">
          <ac:chgData name="HEMANTH HEMANTH" userId="3e12719d9dc07c39" providerId="LiveId" clId="{EEC43C4B-81C5-434F-840D-4C50E4DA4CA4}" dt="2026-06-16T17:10:37.890" v="142" actId="14100"/>
          <ac:spMkLst>
            <pc:docMk/>
            <pc:sldMk cId="3743468420" sldId="260"/>
            <ac:spMk id="3" creationId="{40DF3F46-AE1E-83FC-5184-8F17A95F241E}"/>
          </ac:spMkLst>
        </pc:spChg>
        <pc:spChg chg="del">
          <ac:chgData name="HEMANTH HEMANTH" userId="3e12719d9dc07c39" providerId="LiveId" clId="{EEC43C4B-81C5-434F-840D-4C50E4DA4CA4}" dt="2026-06-16T17:07:04.156" v="120"/>
          <ac:spMkLst>
            <pc:docMk/>
            <pc:sldMk cId="3743468420" sldId="260"/>
            <ac:spMk id="8" creationId="{A65AC7D1-EAA9-48F5-B509-60A7F50BF703}"/>
          </ac:spMkLst>
        </pc:spChg>
        <pc:spChg chg="del">
          <ac:chgData name="HEMANTH HEMANTH" userId="3e12719d9dc07c39" providerId="LiveId" clId="{EEC43C4B-81C5-434F-840D-4C50E4DA4CA4}" dt="2026-06-16T17:07:04.156" v="120"/>
          <ac:spMkLst>
            <pc:docMk/>
            <pc:sldMk cId="3743468420" sldId="260"/>
            <ac:spMk id="10" creationId="{D6320AF9-619A-4175-865B-5663E1AEF4C5}"/>
          </ac:spMkLst>
        </pc:spChg>
        <pc:spChg chg="del">
          <ac:chgData name="HEMANTH HEMANTH" userId="3e12719d9dc07c39" providerId="LiveId" clId="{EEC43C4B-81C5-434F-840D-4C50E4DA4CA4}" dt="2026-06-16T17:07:04.156" v="120"/>
          <ac:spMkLst>
            <pc:docMk/>
            <pc:sldMk cId="3743468420" sldId="260"/>
            <ac:spMk id="16" creationId="{7E018740-5C2B-4A41-AC1A-7E68D1EC1954}"/>
          </ac:spMkLst>
        </pc:spChg>
        <pc:spChg chg="del">
          <ac:chgData name="HEMANTH HEMANTH" userId="3e12719d9dc07c39" providerId="LiveId" clId="{EEC43C4B-81C5-434F-840D-4C50E4DA4CA4}" dt="2026-06-16T17:07:04.156" v="120"/>
          <ac:spMkLst>
            <pc:docMk/>
            <pc:sldMk cId="3743468420" sldId="260"/>
            <ac:spMk id="18" creationId="{166F75A4-C475-4941-8EE2-B80A06A2C1BB}"/>
          </ac:spMkLst>
        </pc:spChg>
        <pc:spChg chg="del">
          <ac:chgData name="HEMANTH HEMANTH" userId="3e12719d9dc07c39" providerId="LiveId" clId="{EEC43C4B-81C5-434F-840D-4C50E4DA4CA4}" dt="2026-06-16T17:07:04.156" v="120"/>
          <ac:spMkLst>
            <pc:docMk/>
            <pc:sldMk cId="3743468420" sldId="260"/>
            <ac:spMk id="20" creationId="{A032553A-72E8-4B0D-8405-FF9771C9AF05}"/>
          </ac:spMkLst>
        </pc:spChg>
        <pc:spChg chg="del">
          <ac:chgData name="HEMANTH HEMANTH" userId="3e12719d9dc07c39" providerId="LiveId" clId="{EEC43C4B-81C5-434F-840D-4C50E4DA4CA4}" dt="2026-06-16T17:07:04.156" v="120"/>
          <ac:spMkLst>
            <pc:docMk/>
            <pc:sldMk cId="3743468420" sldId="260"/>
            <ac:spMk id="22" creationId="{765800AC-C3B9-498E-87BC-29FAE4C76B21}"/>
          </ac:spMkLst>
        </pc:spChg>
        <pc:spChg chg="del">
          <ac:chgData name="HEMANTH HEMANTH" userId="3e12719d9dc07c39" providerId="LiveId" clId="{EEC43C4B-81C5-434F-840D-4C50E4DA4CA4}" dt="2026-06-16T17:07:04.156" v="120"/>
          <ac:spMkLst>
            <pc:docMk/>
            <pc:sldMk cId="3743468420" sldId="260"/>
            <ac:spMk id="24" creationId="{1F9D6ACB-2FF4-49F9-978A-E0D5327FC635}"/>
          </ac:spMkLst>
        </pc:spChg>
        <pc:spChg chg="del">
          <ac:chgData name="HEMANTH HEMANTH" userId="3e12719d9dc07c39" providerId="LiveId" clId="{EEC43C4B-81C5-434F-840D-4C50E4DA4CA4}" dt="2026-06-16T17:07:04.156" v="120"/>
          <ac:spMkLst>
            <pc:docMk/>
            <pc:sldMk cId="3743468420" sldId="260"/>
            <ac:spMk id="26" creationId="{142BFA2A-77A0-4F60-A32A-685681C84889}"/>
          </ac:spMkLst>
        </pc:spChg>
        <pc:cxnChg chg="del">
          <ac:chgData name="HEMANTH HEMANTH" userId="3e12719d9dc07c39" providerId="LiveId" clId="{EEC43C4B-81C5-434F-840D-4C50E4DA4CA4}" dt="2026-06-16T17:07:04.156" v="120"/>
          <ac:cxnSpMkLst>
            <pc:docMk/>
            <pc:sldMk cId="3743468420" sldId="260"/>
            <ac:cxnSpMk id="12" creationId="{063B6EC6-D752-4EE7-908B-F8F19E8C7FEA}"/>
          </ac:cxnSpMkLst>
        </pc:cxnChg>
        <pc:cxnChg chg="del">
          <ac:chgData name="HEMANTH HEMANTH" userId="3e12719d9dc07c39" providerId="LiveId" clId="{EEC43C4B-81C5-434F-840D-4C50E4DA4CA4}" dt="2026-06-16T17:07:04.156" v="120"/>
          <ac:cxnSpMkLst>
            <pc:docMk/>
            <pc:sldMk cId="3743468420" sldId="260"/>
            <ac:cxnSpMk id="14" creationId="{EFECD4E8-AD3E-4228-82A2-9461958EA94D}"/>
          </ac:cxnSpMkLst>
        </pc:cxnChg>
      </pc:sldChg>
      <pc:sldChg chg="addSp delSp modSp mod ord setBg delDesignElem">
        <pc:chgData name="HEMANTH HEMANTH" userId="3e12719d9dc07c39" providerId="LiveId" clId="{EEC43C4B-81C5-434F-840D-4C50E4DA4CA4}" dt="2026-06-16T17:52:17.097" v="493" actId="478"/>
        <pc:sldMkLst>
          <pc:docMk/>
          <pc:sldMk cId="3046677462" sldId="262"/>
        </pc:sldMkLst>
        <pc:spChg chg="add del mod">
          <ac:chgData name="HEMANTH HEMANTH" userId="3e12719d9dc07c39" providerId="LiveId" clId="{EEC43C4B-81C5-434F-840D-4C50E4DA4CA4}" dt="2026-06-16T17:36:23.503" v="484" actId="478"/>
          <ac:spMkLst>
            <pc:docMk/>
            <pc:sldMk cId="3046677462" sldId="262"/>
            <ac:spMk id="3" creationId="{4DFCA0CC-C1F0-B7CC-2A57-D2F2F0D8136C}"/>
          </ac:spMkLst>
        </pc:spChg>
        <pc:spChg chg="add del mod">
          <ac:chgData name="HEMANTH HEMANTH" userId="3e12719d9dc07c39" providerId="LiveId" clId="{EEC43C4B-81C5-434F-840D-4C50E4DA4CA4}" dt="2026-06-16T17:36:26.282" v="485" actId="478"/>
          <ac:spMkLst>
            <pc:docMk/>
            <pc:sldMk cId="3046677462" sldId="262"/>
            <ac:spMk id="4" creationId="{1F143568-5B0B-8B2B-290F-F1B3361C876C}"/>
          </ac:spMkLst>
        </pc:spChg>
        <pc:spChg chg="add del mod">
          <ac:chgData name="HEMANTH HEMANTH" userId="3e12719d9dc07c39" providerId="LiveId" clId="{EEC43C4B-81C5-434F-840D-4C50E4DA4CA4}" dt="2026-06-16T17:36:29.773" v="487" actId="478"/>
          <ac:spMkLst>
            <pc:docMk/>
            <pc:sldMk cId="3046677462" sldId="262"/>
            <ac:spMk id="5" creationId="{817E52A9-FE54-FCD3-500D-4025413663FE}"/>
          </ac:spMkLst>
        </pc:spChg>
        <pc:spChg chg="add del mod">
          <ac:chgData name="HEMANTH HEMANTH" userId="3e12719d9dc07c39" providerId="LiveId" clId="{EEC43C4B-81C5-434F-840D-4C50E4DA4CA4}" dt="2026-06-16T17:52:14.411" v="492" actId="12084"/>
          <ac:spMkLst>
            <pc:docMk/>
            <pc:sldMk cId="3046677462" sldId="262"/>
            <ac:spMk id="6" creationId="{C4EE7699-1F72-B032-6DC6-A945DBE146A8}"/>
          </ac:spMkLst>
        </pc:spChg>
        <pc:spChg chg="add del mod">
          <ac:chgData name="HEMANTH HEMANTH" userId="3e12719d9dc07c39" providerId="LiveId" clId="{EEC43C4B-81C5-434F-840D-4C50E4DA4CA4}" dt="2026-06-16T17:36:28.403" v="486" actId="478"/>
          <ac:spMkLst>
            <pc:docMk/>
            <pc:sldMk cId="3046677462" sldId="262"/>
            <ac:spMk id="7" creationId="{74D825B4-A0FC-C693-9B1C-0867BD8D3233}"/>
          </ac:spMkLst>
        </pc:spChg>
        <pc:spChg chg="add del mod">
          <ac:chgData name="HEMANTH HEMANTH" userId="3e12719d9dc07c39" providerId="LiveId" clId="{EEC43C4B-81C5-434F-840D-4C50E4DA4CA4}" dt="2026-06-16T17:36:33.645" v="489" actId="478"/>
          <ac:spMkLst>
            <pc:docMk/>
            <pc:sldMk cId="3046677462" sldId="262"/>
            <ac:spMk id="8" creationId="{8D61ED5B-ADC8-4EEC-5B37-4731392E7649}"/>
          </ac:spMkLst>
        </pc:spChg>
        <pc:spChg chg="add del mod">
          <ac:chgData name="HEMANTH HEMANTH" userId="3e12719d9dc07c39" providerId="LiveId" clId="{EEC43C4B-81C5-434F-840D-4C50E4DA4CA4}" dt="2026-06-16T17:36:31.647" v="488" actId="478"/>
          <ac:spMkLst>
            <pc:docMk/>
            <pc:sldMk cId="3046677462" sldId="262"/>
            <ac:spMk id="9" creationId="{5D62D8BA-FB9D-D354-11CF-6D0063CD524B}"/>
          </ac:spMkLst>
        </pc:spChg>
        <pc:spChg chg="del">
          <ac:chgData name="HEMANTH HEMANTH" userId="3e12719d9dc07c39" providerId="LiveId" clId="{EEC43C4B-81C5-434F-840D-4C50E4DA4CA4}" dt="2026-06-16T17:07:04.156" v="120"/>
          <ac:spMkLst>
            <pc:docMk/>
            <pc:sldMk cId="3046677462" sldId="262"/>
            <ac:spMk id="9" creationId="{9F4444CE-BC8D-4D61-B303-4C05614E62AB}"/>
          </ac:spMkLst>
        </pc:spChg>
        <pc:spChg chg="del">
          <ac:chgData name="HEMANTH HEMANTH" userId="3e12719d9dc07c39" providerId="LiveId" clId="{EEC43C4B-81C5-434F-840D-4C50E4DA4CA4}" dt="2026-06-16T17:07:04.156" v="120"/>
          <ac:spMkLst>
            <pc:docMk/>
            <pc:sldMk cId="3046677462" sldId="262"/>
            <ac:spMk id="11" creationId="{73772B81-181F-48B7-8826-4D9686D15DF5}"/>
          </ac:spMkLst>
        </pc:spChg>
        <pc:spChg chg="add del">
          <ac:chgData name="HEMANTH HEMANTH" userId="3e12719d9dc07c39" providerId="LiveId" clId="{EEC43C4B-81C5-434F-840D-4C50E4DA4CA4}" dt="2026-06-16T17:48:19.933" v="491" actId="478"/>
          <ac:spMkLst>
            <pc:docMk/>
            <pc:sldMk cId="3046677462" sldId="262"/>
            <ac:spMk id="12" creationId="{5BF9D807-EFBD-A594-B005-8AAE0A78D346}"/>
          </ac:spMkLst>
        </pc:spChg>
        <pc:spChg chg="del">
          <ac:chgData name="HEMANTH HEMANTH" userId="3e12719d9dc07c39" providerId="LiveId" clId="{EEC43C4B-81C5-434F-840D-4C50E4DA4CA4}" dt="2026-06-16T17:07:04.156" v="120"/>
          <ac:spMkLst>
            <pc:docMk/>
            <pc:sldMk cId="3046677462" sldId="262"/>
            <ac:spMk id="13" creationId="{B2205F6E-03C6-4E92-877C-E2482F6599AA}"/>
          </ac:spMkLst>
        </pc:spChg>
        <pc:graphicFrameChg chg="del mod">
          <ac:chgData name="HEMANTH HEMANTH" userId="3e12719d9dc07c39" providerId="LiveId" clId="{EEC43C4B-81C5-434F-840D-4C50E4DA4CA4}" dt="2026-06-16T17:13:19.656" v="155" actId="478"/>
          <ac:graphicFrameMkLst>
            <pc:docMk/>
            <pc:sldMk cId="3046677462" sldId="262"/>
            <ac:graphicFrameMk id="5" creationId="{163B8DBE-484A-7185-2857-49B5BC020024}"/>
          </ac:graphicFrameMkLst>
        </pc:graphicFrameChg>
        <pc:graphicFrameChg chg="add mod">
          <ac:chgData name="HEMANTH HEMANTH" userId="3e12719d9dc07c39" providerId="LiveId" clId="{EEC43C4B-81C5-434F-840D-4C50E4DA4CA4}" dt="2026-06-16T17:52:17.097" v="493" actId="478"/>
          <ac:graphicFrameMkLst>
            <pc:docMk/>
            <pc:sldMk cId="3046677462" sldId="262"/>
            <ac:graphicFrameMk id="13" creationId="{2758467F-6F00-A207-CE15-08BE58FE2493}"/>
          </ac:graphicFrameMkLst>
        </pc:graphicFrameChg>
      </pc:sldChg>
      <pc:sldChg chg="addSp delSp modSp mod">
        <pc:chgData name="HEMANTH HEMANTH" userId="3e12719d9dc07c39" providerId="LiveId" clId="{EEC43C4B-81C5-434F-840D-4C50E4DA4CA4}" dt="2026-06-16T18:04:47.625" v="663" actId="12269"/>
        <pc:sldMkLst>
          <pc:docMk/>
          <pc:sldMk cId="836643504" sldId="263"/>
        </pc:sldMkLst>
        <pc:spChg chg="mod">
          <ac:chgData name="HEMANTH HEMANTH" userId="3e12719d9dc07c39" providerId="LiveId" clId="{EEC43C4B-81C5-434F-840D-4C50E4DA4CA4}" dt="2026-06-16T17:33:56.403" v="467"/>
          <ac:spMkLst>
            <pc:docMk/>
            <pc:sldMk cId="836643504" sldId="263"/>
            <ac:spMk id="2" creationId="{8183271E-23F8-F77A-57DC-493E6D304490}"/>
          </ac:spMkLst>
        </pc:spChg>
        <pc:spChg chg="del mod">
          <ac:chgData name="HEMANTH HEMANTH" userId="3e12719d9dc07c39" providerId="LiveId" clId="{EEC43C4B-81C5-434F-840D-4C50E4DA4CA4}" dt="2026-06-16T17:55:48.690" v="507" actId="12084"/>
          <ac:spMkLst>
            <pc:docMk/>
            <pc:sldMk cId="836643504" sldId="263"/>
            <ac:spMk id="3" creationId="{F2E7C7D1-CA38-118E-2178-D71DF5D56C7C}"/>
          </ac:spMkLst>
        </pc:spChg>
        <pc:spChg chg="add del">
          <ac:chgData name="HEMANTH HEMANTH" userId="3e12719d9dc07c39" providerId="LiveId" clId="{EEC43C4B-81C5-434F-840D-4C50E4DA4CA4}" dt="2026-06-16T17:54:19.533" v="502" actId="478"/>
          <ac:spMkLst>
            <pc:docMk/>
            <pc:sldMk cId="836643504" sldId="263"/>
            <ac:spMk id="5" creationId="{E4F0A439-19EB-F53C-4CCC-F6CFC63836AC}"/>
          </ac:spMkLst>
        </pc:spChg>
        <pc:spChg chg="add del mod">
          <ac:chgData name="HEMANTH HEMANTH" userId="3e12719d9dc07c39" providerId="LiveId" clId="{EEC43C4B-81C5-434F-840D-4C50E4DA4CA4}" dt="2026-06-16T17:58:51.323" v="529" actId="1032"/>
          <ac:spMkLst>
            <pc:docMk/>
            <pc:sldMk cId="836643504" sldId="263"/>
            <ac:spMk id="9" creationId="{034A4CD1-3B42-A1E9-5326-628C7A854335}"/>
          </ac:spMkLst>
        </pc:spChg>
        <pc:spChg chg="add del mod">
          <ac:chgData name="HEMANTH HEMANTH" userId="3e12719d9dc07c39" providerId="LiveId" clId="{EEC43C4B-81C5-434F-840D-4C50E4DA4CA4}" dt="2026-06-16T17:59:50.242" v="583" actId="478"/>
          <ac:spMkLst>
            <pc:docMk/>
            <pc:sldMk cId="836643504" sldId="263"/>
            <ac:spMk id="11" creationId="{D2E5B135-9BE8-A483-B26A-31BDD6D66151}"/>
          </ac:spMkLst>
        </pc:spChg>
        <pc:graphicFrameChg chg="add del mod modGraphic">
          <ac:chgData name="HEMANTH HEMANTH" userId="3e12719d9dc07c39" providerId="LiveId" clId="{EEC43C4B-81C5-434F-840D-4C50E4DA4CA4}" dt="2026-06-16T17:53:26.269" v="498" actId="478"/>
          <ac:graphicFrameMkLst>
            <pc:docMk/>
            <pc:sldMk cId="836643504" sldId="263"/>
            <ac:graphicFrameMk id="4" creationId="{0F766ECC-CDB7-F92B-50B9-2F23A3082AA5}"/>
          </ac:graphicFrameMkLst>
        </pc:graphicFrameChg>
        <pc:graphicFrameChg chg="add del modGraphic">
          <ac:chgData name="HEMANTH HEMANTH" userId="3e12719d9dc07c39" providerId="LiveId" clId="{EEC43C4B-81C5-434F-840D-4C50E4DA4CA4}" dt="2026-06-16T17:54:54.472" v="504" actId="478"/>
          <ac:graphicFrameMkLst>
            <pc:docMk/>
            <pc:sldMk cId="836643504" sldId="263"/>
            <ac:graphicFrameMk id="6" creationId="{F82DAE00-5C07-CB66-5E9A-7DF4C359D319}"/>
          </ac:graphicFrameMkLst>
        </pc:graphicFrameChg>
        <pc:graphicFrameChg chg="add del mod modGraphic">
          <ac:chgData name="HEMANTH HEMANTH" userId="3e12719d9dc07c39" providerId="LiveId" clId="{EEC43C4B-81C5-434F-840D-4C50E4DA4CA4}" dt="2026-06-16T17:58:09.772" v="528" actId="478"/>
          <ac:graphicFrameMkLst>
            <pc:docMk/>
            <pc:sldMk cId="836643504" sldId="263"/>
            <ac:graphicFrameMk id="7" creationId="{AEBBBD57-2033-A836-01E0-DCCBFC45AE1E}"/>
          </ac:graphicFrameMkLst>
        </pc:graphicFrameChg>
        <pc:graphicFrameChg chg="add mod modGraphic">
          <ac:chgData name="HEMANTH HEMANTH" userId="3e12719d9dc07c39" providerId="LiveId" clId="{EEC43C4B-81C5-434F-840D-4C50E4DA4CA4}" dt="2026-06-16T18:04:47.625" v="663" actId="12269"/>
          <ac:graphicFrameMkLst>
            <pc:docMk/>
            <pc:sldMk cId="836643504" sldId="263"/>
            <ac:graphicFrameMk id="10" creationId="{7D7F48E9-67C5-E1D0-8783-CDDA57631172}"/>
          </ac:graphicFrameMkLst>
        </pc:graphicFrameChg>
      </pc:sldChg>
      <pc:sldChg chg="delSp setBg delDesignElem">
        <pc:chgData name="HEMANTH HEMANTH" userId="3e12719d9dc07c39" providerId="LiveId" clId="{EEC43C4B-81C5-434F-840D-4C50E4DA4CA4}" dt="2026-06-16T17:10:19.637" v="140"/>
        <pc:sldMkLst>
          <pc:docMk/>
          <pc:sldMk cId="3852861674" sldId="264"/>
        </pc:sldMkLst>
        <pc:spChg chg="del">
          <ac:chgData name="HEMANTH HEMANTH" userId="3e12719d9dc07c39" providerId="LiveId" clId="{EEC43C4B-81C5-434F-840D-4C50E4DA4CA4}" dt="2026-06-16T17:07:04.156" v="120"/>
          <ac:spMkLst>
            <pc:docMk/>
            <pc:sldMk cId="3852861674" sldId="264"/>
            <ac:spMk id="16" creationId="{7E018740-5C2B-4A41-AC1A-7E68D1EC1954}"/>
          </ac:spMkLst>
        </pc:spChg>
        <pc:spChg chg="del">
          <ac:chgData name="HEMANTH HEMANTH" userId="3e12719d9dc07c39" providerId="LiveId" clId="{EEC43C4B-81C5-434F-840D-4C50E4DA4CA4}" dt="2026-06-16T17:07:04.156" v="120"/>
          <ac:spMkLst>
            <pc:docMk/>
            <pc:sldMk cId="3852861674" sldId="264"/>
            <ac:spMk id="18" creationId="{166F75A4-C475-4941-8EE2-B80A06A2C1BB}"/>
          </ac:spMkLst>
        </pc:spChg>
        <pc:spChg chg="del">
          <ac:chgData name="HEMANTH HEMANTH" userId="3e12719d9dc07c39" providerId="LiveId" clId="{EEC43C4B-81C5-434F-840D-4C50E4DA4CA4}" dt="2026-06-16T17:07:04.156" v="120"/>
          <ac:spMkLst>
            <pc:docMk/>
            <pc:sldMk cId="3852861674" sldId="264"/>
            <ac:spMk id="20" creationId="{A032553A-72E8-4B0D-8405-FF9771C9AF05}"/>
          </ac:spMkLst>
        </pc:spChg>
        <pc:spChg chg="del">
          <ac:chgData name="HEMANTH HEMANTH" userId="3e12719d9dc07c39" providerId="LiveId" clId="{EEC43C4B-81C5-434F-840D-4C50E4DA4CA4}" dt="2026-06-16T17:07:04.156" v="120"/>
          <ac:spMkLst>
            <pc:docMk/>
            <pc:sldMk cId="3852861674" sldId="264"/>
            <ac:spMk id="22" creationId="{765800AC-C3B9-498E-87BC-29FAE4C76B21}"/>
          </ac:spMkLst>
        </pc:spChg>
        <pc:spChg chg="del">
          <ac:chgData name="HEMANTH HEMANTH" userId="3e12719d9dc07c39" providerId="LiveId" clId="{EEC43C4B-81C5-434F-840D-4C50E4DA4CA4}" dt="2026-06-16T17:07:04.156" v="120"/>
          <ac:spMkLst>
            <pc:docMk/>
            <pc:sldMk cId="3852861674" sldId="264"/>
            <ac:spMk id="23" creationId="{A65AC7D1-EAA9-48F5-B509-60A7F50BF703}"/>
          </ac:spMkLst>
        </pc:spChg>
        <pc:spChg chg="del">
          <ac:chgData name="HEMANTH HEMANTH" userId="3e12719d9dc07c39" providerId="LiveId" clId="{EEC43C4B-81C5-434F-840D-4C50E4DA4CA4}" dt="2026-06-16T17:07:04.156" v="120"/>
          <ac:spMkLst>
            <pc:docMk/>
            <pc:sldMk cId="3852861674" sldId="264"/>
            <ac:spMk id="24" creationId="{1F9D6ACB-2FF4-49F9-978A-E0D5327FC635}"/>
          </ac:spMkLst>
        </pc:spChg>
        <pc:spChg chg="del">
          <ac:chgData name="HEMANTH HEMANTH" userId="3e12719d9dc07c39" providerId="LiveId" clId="{EEC43C4B-81C5-434F-840D-4C50E4DA4CA4}" dt="2026-06-16T17:07:04.156" v="120"/>
          <ac:spMkLst>
            <pc:docMk/>
            <pc:sldMk cId="3852861674" sldId="264"/>
            <ac:spMk id="25" creationId="{D6320AF9-619A-4175-865B-5663E1AEF4C5}"/>
          </ac:spMkLst>
        </pc:spChg>
        <pc:spChg chg="del">
          <ac:chgData name="HEMANTH HEMANTH" userId="3e12719d9dc07c39" providerId="LiveId" clId="{EEC43C4B-81C5-434F-840D-4C50E4DA4CA4}" dt="2026-06-16T17:07:04.156" v="120"/>
          <ac:spMkLst>
            <pc:docMk/>
            <pc:sldMk cId="3852861674" sldId="264"/>
            <ac:spMk id="26" creationId="{142BFA2A-77A0-4F60-A32A-685681C84889}"/>
          </ac:spMkLst>
        </pc:spChg>
        <pc:cxnChg chg="del">
          <ac:chgData name="HEMANTH HEMANTH" userId="3e12719d9dc07c39" providerId="LiveId" clId="{EEC43C4B-81C5-434F-840D-4C50E4DA4CA4}" dt="2026-06-16T17:07:04.156" v="120"/>
          <ac:cxnSpMkLst>
            <pc:docMk/>
            <pc:sldMk cId="3852861674" sldId="264"/>
            <ac:cxnSpMk id="12" creationId="{063B6EC6-D752-4EE7-908B-F8F19E8C7FEA}"/>
          </ac:cxnSpMkLst>
        </pc:cxnChg>
        <pc:cxnChg chg="del">
          <ac:chgData name="HEMANTH HEMANTH" userId="3e12719d9dc07c39" providerId="LiveId" clId="{EEC43C4B-81C5-434F-840D-4C50E4DA4CA4}" dt="2026-06-16T17:07:04.156" v="120"/>
          <ac:cxnSpMkLst>
            <pc:docMk/>
            <pc:sldMk cId="3852861674" sldId="264"/>
            <ac:cxnSpMk id="14" creationId="{EFECD4E8-AD3E-4228-82A2-9461958EA94D}"/>
          </ac:cxnSpMkLst>
        </pc:cxnChg>
      </pc:sldChg>
      <pc:sldChg chg="modSp mod">
        <pc:chgData name="HEMANTH HEMANTH" userId="3e12719d9dc07c39" providerId="LiveId" clId="{EEC43C4B-81C5-434F-840D-4C50E4DA4CA4}" dt="2026-06-16T18:05:43.055" v="670" actId="12"/>
        <pc:sldMkLst>
          <pc:docMk/>
          <pc:sldMk cId="99120548" sldId="265"/>
        </pc:sldMkLst>
        <pc:spChg chg="mod">
          <ac:chgData name="HEMANTH HEMANTH" userId="3e12719d9dc07c39" providerId="LiveId" clId="{EEC43C4B-81C5-434F-840D-4C50E4DA4CA4}" dt="2026-06-16T17:33:56.403" v="467"/>
          <ac:spMkLst>
            <pc:docMk/>
            <pc:sldMk cId="99120548" sldId="265"/>
            <ac:spMk id="2" creationId="{B9328BA6-D640-4E4E-6036-CCEDE3BAA0B7}"/>
          </ac:spMkLst>
        </pc:spChg>
        <pc:spChg chg="mod">
          <ac:chgData name="HEMANTH HEMANTH" userId="3e12719d9dc07c39" providerId="LiveId" clId="{EEC43C4B-81C5-434F-840D-4C50E4DA4CA4}" dt="2026-06-16T18:05:43.055" v="670" actId="12"/>
          <ac:spMkLst>
            <pc:docMk/>
            <pc:sldMk cId="99120548" sldId="265"/>
            <ac:spMk id="3" creationId="{F8A10875-0912-B64F-256C-9533912A5DA2}"/>
          </ac:spMkLst>
        </pc:spChg>
      </pc:sldChg>
      <pc:sldChg chg="delSp modSp mod setBg delDesignElem">
        <pc:chgData name="HEMANTH HEMANTH" userId="3e12719d9dc07c39" providerId="LiveId" clId="{EEC43C4B-81C5-434F-840D-4C50E4DA4CA4}" dt="2026-06-16T17:18:07.036" v="436" actId="20577"/>
        <pc:sldMkLst>
          <pc:docMk/>
          <pc:sldMk cId="1964440086" sldId="266"/>
        </pc:sldMkLst>
        <pc:spChg chg="mod">
          <ac:chgData name="HEMANTH HEMANTH" userId="3e12719d9dc07c39" providerId="LiveId" clId="{EEC43C4B-81C5-434F-840D-4C50E4DA4CA4}" dt="2026-06-16T17:18:07.036" v="436" actId="20577"/>
          <ac:spMkLst>
            <pc:docMk/>
            <pc:sldMk cId="1964440086" sldId="266"/>
            <ac:spMk id="2" creationId="{42C0AA03-A223-01C4-971C-A45EB4E6F93C}"/>
          </ac:spMkLst>
        </pc:spChg>
        <pc:grpChg chg="del">
          <ac:chgData name="HEMANTH HEMANTH" userId="3e12719d9dc07c39" providerId="LiveId" clId="{EEC43C4B-81C5-434F-840D-4C50E4DA4CA4}" dt="2026-06-16T17:07:04.156" v="120"/>
          <ac:grpSpMkLst>
            <pc:docMk/>
            <pc:sldMk cId="1964440086" sldId="266"/>
            <ac:grpSpMk id="10" creationId="{B4DE830A-B531-4A3B-96F6-0ECE88B08555}"/>
          </ac:grpSpMkLst>
        </pc:grpChg>
      </pc:sldChg>
      <pc:sldChg chg="delSp modSp mod ord setBg delDesignElem">
        <pc:chgData name="HEMANTH HEMANTH" userId="3e12719d9dc07c39" providerId="LiveId" clId="{EEC43C4B-81C5-434F-840D-4C50E4DA4CA4}" dt="2026-06-16T17:17:40.787" v="428" actId="20577"/>
        <pc:sldMkLst>
          <pc:docMk/>
          <pc:sldMk cId="2975535465" sldId="267"/>
        </pc:sldMkLst>
        <pc:spChg chg="mod">
          <ac:chgData name="HEMANTH HEMANTH" userId="3e12719d9dc07c39" providerId="LiveId" clId="{EEC43C4B-81C5-434F-840D-4C50E4DA4CA4}" dt="2026-06-16T17:17:40.787" v="428" actId="20577"/>
          <ac:spMkLst>
            <pc:docMk/>
            <pc:sldMk cId="2975535465" sldId="267"/>
            <ac:spMk id="2" creationId="{E5DF5C0F-83CB-A9B7-7EF0-00627257C5E6}"/>
          </ac:spMkLst>
        </pc:spChg>
        <pc:grpChg chg="del">
          <ac:chgData name="HEMANTH HEMANTH" userId="3e12719d9dc07c39" providerId="LiveId" clId="{EEC43C4B-81C5-434F-840D-4C50E4DA4CA4}" dt="2026-06-16T17:07:04.156" v="120"/>
          <ac:grpSpMkLst>
            <pc:docMk/>
            <pc:sldMk cId="2975535465" sldId="267"/>
            <ac:grpSpMk id="14" creationId="{B4DE830A-B531-4A3B-96F6-0ECE88B08555}"/>
          </ac:grpSpMkLst>
        </pc:grpChg>
      </pc:sldChg>
      <pc:sldChg chg="delSp modSp setBg delDesignElem">
        <pc:chgData name="HEMANTH HEMANTH" userId="3e12719d9dc07c39" providerId="LiveId" clId="{EEC43C4B-81C5-434F-840D-4C50E4DA4CA4}" dt="2026-06-16T18:06:05.845" v="671" actId="115"/>
        <pc:sldMkLst>
          <pc:docMk/>
          <pc:sldMk cId="3464646441" sldId="268"/>
        </pc:sldMkLst>
        <pc:spChg chg="del">
          <ac:chgData name="HEMANTH HEMANTH" userId="3e12719d9dc07c39" providerId="LiveId" clId="{EEC43C4B-81C5-434F-840D-4C50E4DA4CA4}" dt="2026-06-16T17:07:04.156" v="120"/>
          <ac:spMkLst>
            <pc:docMk/>
            <pc:sldMk cId="3464646441" sldId="268"/>
            <ac:spMk id="9" creationId="{9F4444CE-BC8D-4D61-B303-4C05614E62AB}"/>
          </ac:spMkLst>
        </pc:spChg>
        <pc:spChg chg="del">
          <ac:chgData name="HEMANTH HEMANTH" userId="3e12719d9dc07c39" providerId="LiveId" clId="{EEC43C4B-81C5-434F-840D-4C50E4DA4CA4}" dt="2026-06-16T17:07:04.156" v="120"/>
          <ac:spMkLst>
            <pc:docMk/>
            <pc:sldMk cId="3464646441" sldId="268"/>
            <ac:spMk id="11" creationId="{73772B81-181F-48B7-8826-4D9686D15DF5}"/>
          </ac:spMkLst>
        </pc:spChg>
        <pc:spChg chg="del">
          <ac:chgData name="HEMANTH HEMANTH" userId="3e12719d9dc07c39" providerId="LiveId" clId="{EEC43C4B-81C5-434F-840D-4C50E4DA4CA4}" dt="2026-06-16T17:07:04.156" v="120"/>
          <ac:spMkLst>
            <pc:docMk/>
            <pc:sldMk cId="3464646441" sldId="268"/>
            <ac:spMk id="13" creationId="{B2205F6E-03C6-4E92-877C-E2482F6599AA}"/>
          </ac:spMkLst>
        </pc:spChg>
        <pc:graphicFrameChg chg="mod">
          <ac:chgData name="HEMANTH HEMANTH" userId="3e12719d9dc07c39" providerId="LiveId" clId="{EEC43C4B-81C5-434F-840D-4C50E4DA4CA4}" dt="2026-06-16T18:06:05.845" v="671" actId="115"/>
          <ac:graphicFrameMkLst>
            <pc:docMk/>
            <pc:sldMk cId="3464646441" sldId="268"/>
            <ac:graphicFrameMk id="5" creationId="{00DBF2C1-C879-40EB-A480-88734ACCF7F4}"/>
          </ac:graphicFrameMkLst>
        </pc:graphicFrameChg>
      </pc:sldChg>
      <pc:sldChg chg="modSp">
        <pc:chgData name="HEMANTH HEMANTH" userId="3e12719d9dc07c39" providerId="LiveId" clId="{EEC43C4B-81C5-434F-840D-4C50E4DA4CA4}" dt="2026-06-16T17:33:56.403" v="467"/>
        <pc:sldMkLst>
          <pc:docMk/>
          <pc:sldMk cId="2508864307" sldId="269"/>
        </pc:sldMkLst>
        <pc:spChg chg="mod">
          <ac:chgData name="HEMANTH HEMANTH" userId="3e12719d9dc07c39" providerId="LiveId" clId="{EEC43C4B-81C5-434F-840D-4C50E4DA4CA4}" dt="2026-06-16T17:33:56.403" v="467"/>
          <ac:spMkLst>
            <pc:docMk/>
            <pc:sldMk cId="2508864307" sldId="269"/>
            <ac:spMk id="2" creationId="{684B893E-3D94-1321-280A-FCCAA153D933}"/>
          </ac:spMkLst>
        </pc:spChg>
      </pc:sldChg>
      <pc:sldChg chg="delSp setBg delDesignElem">
        <pc:chgData name="HEMANTH HEMANTH" userId="3e12719d9dc07c39" providerId="LiveId" clId="{EEC43C4B-81C5-434F-840D-4C50E4DA4CA4}" dt="2026-06-16T17:10:02.946" v="139"/>
        <pc:sldMkLst>
          <pc:docMk/>
          <pc:sldMk cId="2586279532" sldId="270"/>
        </pc:sldMkLst>
        <pc:grpChg chg="del">
          <ac:chgData name="HEMANTH HEMANTH" userId="3e12719d9dc07c39" providerId="LiveId" clId="{EEC43C4B-81C5-434F-840D-4C50E4DA4CA4}" dt="2026-06-16T17:07:04.156" v="120"/>
          <ac:grpSpMkLst>
            <pc:docMk/>
            <pc:sldMk cId="2586279532" sldId="270"/>
            <ac:grpSpMk id="25" creationId="{B4DE830A-B531-4A3B-96F6-0ECE88B08555}"/>
          </ac:grpSpMkLst>
        </pc:grpChg>
      </pc:sldChg>
      <pc:sldChg chg="delSp setBg delDesignElem">
        <pc:chgData name="HEMANTH HEMANTH" userId="3e12719d9dc07c39" providerId="LiveId" clId="{EEC43C4B-81C5-434F-840D-4C50E4DA4CA4}" dt="2026-06-16T17:10:19.637" v="140"/>
        <pc:sldMkLst>
          <pc:docMk/>
          <pc:sldMk cId="2582537858" sldId="271"/>
        </pc:sldMkLst>
        <pc:grpChg chg="del">
          <ac:chgData name="HEMANTH HEMANTH" userId="3e12719d9dc07c39" providerId="LiveId" clId="{EEC43C4B-81C5-434F-840D-4C50E4DA4CA4}" dt="2026-06-16T17:07:04.156" v="120"/>
          <ac:grpSpMkLst>
            <pc:docMk/>
            <pc:sldMk cId="2582537858" sldId="271"/>
            <ac:grpSpMk id="22" creationId="{B4DE830A-B531-4A3B-96F6-0ECE88B08555}"/>
          </ac:grpSpMkLst>
        </pc:grpChg>
      </pc:sldChg>
      <pc:sldChg chg="delSp setBg delDesignElem">
        <pc:chgData name="HEMANTH HEMANTH" userId="3e12719d9dc07c39" providerId="LiveId" clId="{EEC43C4B-81C5-434F-840D-4C50E4DA4CA4}" dt="2026-06-16T17:10:19.637" v="140"/>
        <pc:sldMkLst>
          <pc:docMk/>
          <pc:sldMk cId="232975838" sldId="272"/>
        </pc:sldMkLst>
        <pc:grpChg chg="del">
          <ac:chgData name="HEMANTH HEMANTH" userId="3e12719d9dc07c39" providerId="LiveId" clId="{EEC43C4B-81C5-434F-840D-4C50E4DA4CA4}" dt="2026-06-16T17:07:04.156" v="120"/>
          <ac:grpSpMkLst>
            <pc:docMk/>
            <pc:sldMk cId="232975838" sldId="272"/>
            <ac:grpSpMk id="10" creationId="{B4DE830A-B531-4A3B-96F6-0ECE88B08555}"/>
          </ac:grpSpMkLst>
        </pc:grpChg>
      </pc:sldChg>
      <pc:sldChg chg="delSp setBg delDesignElem">
        <pc:chgData name="HEMANTH HEMANTH" userId="3e12719d9dc07c39" providerId="LiveId" clId="{EEC43C4B-81C5-434F-840D-4C50E4DA4CA4}" dt="2026-06-16T17:10:19.637" v="140"/>
        <pc:sldMkLst>
          <pc:docMk/>
          <pc:sldMk cId="1001138734" sldId="273"/>
        </pc:sldMkLst>
        <pc:grpChg chg="del">
          <ac:chgData name="HEMANTH HEMANTH" userId="3e12719d9dc07c39" providerId="LiveId" clId="{EEC43C4B-81C5-434F-840D-4C50E4DA4CA4}" dt="2026-06-16T17:07:04.156" v="120"/>
          <ac:grpSpMkLst>
            <pc:docMk/>
            <pc:sldMk cId="1001138734" sldId="273"/>
            <ac:grpSpMk id="10" creationId="{B4DE830A-B531-4A3B-96F6-0ECE88B08555}"/>
          </ac:grpSpMkLst>
        </pc:grpChg>
      </pc:sldChg>
      <pc:sldChg chg="modSp mod">
        <pc:chgData name="HEMANTH HEMANTH" userId="3e12719d9dc07c39" providerId="LiveId" clId="{EEC43C4B-81C5-434F-840D-4C50E4DA4CA4}" dt="2026-06-16T17:33:56.403" v="467"/>
        <pc:sldMkLst>
          <pc:docMk/>
          <pc:sldMk cId="2321042546" sldId="274"/>
        </pc:sldMkLst>
        <pc:spChg chg="mod">
          <ac:chgData name="HEMANTH HEMANTH" userId="3e12719d9dc07c39" providerId="LiveId" clId="{EEC43C4B-81C5-434F-840D-4C50E4DA4CA4}" dt="2026-06-16T17:33:56.403" v="467"/>
          <ac:spMkLst>
            <pc:docMk/>
            <pc:sldMk cId="2321042546" sldId="274"/>
            <ac:spMk id="2" creationId="{611BCE49-1477-1717-D511-0C6B88140FA2}"/>
          </ac:spMkLst>
        </pc:spChg>
        <pc:spChg chg="mod">
          <ac:chgData name="HEMANTH HEMANTH" userId="3e12719d9dc07c39" providerId="LiveId" clId="{EEC43C4B-81C5-434F-840D-4C50E4DA4CA4}" dt="2026-06-16T17:09:35.741" v="138" actId="20577"/>
          <ac:spMkLst>
            <pc:docMk/>
            <pc:sldMk cId="2321042546" sldId="274"/>
            <ac:spMk id="9" creationId="{F71CABA6-0479-DBB8-A195-015A13886051}"/>
          </ac:spMkLst>
        </pc:spChg>
      </pc:sldChg>
      <pc:sldMasterChg chg="setBg">
        <pc:chgData name="HEMANTH HEMANTH" userId="3e12719d9dc07c39" providerId="LiveId" clId="{EEC43C4B-81C5-434F-840D-4C50E4DA4CA4}" dt="2026-06-16T17:10:02.946" v="139"/>
        <pc:sldMasterMkLst>
          <pc:docMk/>
          <pc:sldMasterMk cId="229993263" sldId="2147483746"/>
        </pc:sldMasterMkLst>
      </pc:sldMasterChg>
      <pc:sldMasterChg chg="setBg">
        <pc:chgData name="HEMANTH HEMANTH" userId="3e12719d9dc07c39" providerId="LiveId" clId="{EEC43C4B-81C5-434F-840D-4C50E4DA4CA4}" dt="2026-06-16T17:10:19.637" v="140"/>
        <pc:sldMasterMkLst>
          <pc:docMk/>
          <pc:sldMasterMk cId="3580331313" sldId="2147483780"/>
        </pc:sldMasterMkLst>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A6CFB7C-E987-4DB2-ADAF-D5B41606B34A}"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IN"/>
        </a:p>
      </dgm:t>
    </dgm:pt>
    <dgm:pt modelId="{E302589C-5CA8-4906-A345-12CAB1FFAC43}">
      <dgm:prSet/>
      <dgm:spPr/>
      <dgm:t>
        <a:bodyPr/>
        <a:lstStyle/>
        <a:p>
          <a:r>
            <a:rPr lang="en-US"/>
            <a:t>Upload Dataset</a:t>
          </a:r>
          <a:endParaRPr lang="en-IN"/>
        </a:p>
      </dgm:t>
    </dgm:pt>
    <dgm:pt modelId="{72C690A8-9AFC-42CD-AC02-095F01DA1B0C}" type="parTrans" cxnId="{39E569D2-0089-4F53-AFBD-FC2C4C5E86C0}">
      <dgm:prSet/>
      <dgm:spPr/>
      <dgm:t>
        <a:bodyPr/>
        <a:lstStyle/>
        <a:p>
          <a:endParaRPr lang="en-IN"/>
        </a:p>
      </dgm:t>
    </dgm:pt>
    <dgm:pt modelId="{AE2011B2-6048-4265-8B8B-2045A7D19386}" type="sibTrans" cxnId="{39E569D2-0089-4F53-AFBD-FC2C4C5E86C0}">
      <dgm:prSet/>
      <dgm:spPr/>
      <dgm:t>
        <a:bodyPr/>
        <a:lstStyle/>
        <a:p>
          <a:endParaRPr lang="en-IN"/>
        </a:p>
      </dgm:t>
    </dgm:pt>
    <dgm:pt modelId="{1E505E58-C85A-407F-957A-75E39F94290C}">
      <dgm:prSet/>
      <dgm:spPr/>
      <dgm:t>
        <a:bodyPr/>
        <a:lstStyle/>
        <a:p>
          <a:r>
            <a:rPr lang="en-US"/>
            <a:t>Read CSV/JSON</a:t>
          </a:r>
          <a:endParaRPr lang="en-IN"/>
        </a:p>
      </dgm:t>
    </dgm:pt>
    <dgm:pt modelId="{5385DE3A-0507-46DA-BC1D-4A1A76FE02C3}" type="parTrans" cxnId="{794F2466-CBC4-4EE5-A7DB-5776970CEA3B}">
      <dgm:prSet/>
      <dgm:spPr/>
      <dgm:t>
        <a:bodyPr/>
        <a:lstStyle/>
        <a:p>
          <a:endParaRPr lang="en-IN"/>
        </a:p>
      </dgm:t>
    </dgm:pt>
    <dgm:pt modelId="{73D2365D-1EF1-408A-B11A-C452DB9BB076}" type="sibTrans" cxnId="{794F2466-CBC4-4EE5-A7DB-5776970CEA3B}">
      <dgm:prSet/>
      <dgm:spPr/>
      <dgm:t>
        <a:bodyPr/>
        <a:lstStyle/>
        <a:p>
          <a:endParaRPr lang="en-IN"/>
        </a:p>
      </dgm:t>
    </dgm:pt>
    <dgm:pt modelId="{DD9ECB9C-0603-4D8D-AA9E-19360B5117DF}">
      <dgm:prSet/>
      <dgm:spPr/>
      <dgm:t>
        <a:bodyPr/>
        <a:lstStyle/>
        <a:p>
          <a:r>
            <a:rPr lang="en-US"/>
            <a:t>PII Detection</a:t>
          </a:r>
          <a:endParaRPr lang="en-IN"/>
        </a:p>
      </dgm:t>
    </dgm:pt>
    <dgm:pt modelId="{F704A262-1158-4018-9B73-9B5E88F422AA}" type="parTrans" cxnId="{B24239B9-19ED-4E42-9499-656ECF5F0AC4}">
      <dgm:prSet/>
      <dgm:spPr/>
      <dgm:t>
        <a:bodyPr/>
        <a:lstStyle/>
        <a:p>
          <a:endParaRPr lang="en-IN"/>
        </a:p>
      </dgm:t>
    </dgm:pt>
    <dgm:pt modelId="{7EAB392A-1CF2-47B6-A6D4-AC91DBCA735A}" type="sibTrans" cxnId="{B24239B9-19ED-4E42-9499-656ECF5F0AC4}">
      <dgm:prSet/>
      <dgm:spPr/>
      <dgm:t>
        <a:bodyPr/>
        <a:lstStyle/>
        <a:p>
          <a:endParaRPr lang="en-IN"/>
        </a:p>
      </dgm:t>
    </dgm:pt>
    <dgm:pt modelId="{123DCB0A-7074-4B61-B411-1F50B1674158}">
      <dgm:prSet/>
      <dgm:spPr/>
      <dgm:t>
        <a:bodyPr/>
        <a:lstStyle/>
        <a:p>
          <a:r>
            <a:rPr lang="en-US"/>
            <a:t>Classification</a:t>
          </a:r>
          <a:endParaRPr lang="en-IN"/>
        </a:p>
      </dgm:t>
    </dgm:pt>
    <dgm:pt modelId="{72C43CA5-2B72-45E5-B06A-25EB65EF4FD8}" type="parTrans" cxnId="{7BEFF2B8-8F49-4CD9-B7FD-7F16DF859E3E}">
      <dgm:prSet/>
      <dgm:spPr/>
      <dgm:t>
        <a:bodyPr/>
        <a:lstStyle/>
        <a:p>
          <a:endParaRPr lang="en-IN"/>
        </a:p>
      </dgm:t>
    </dgm:pt>
    <dgm:pt modelId="{90C74ED5-C022-4607-BA0A-5166E59397FB}" type="sibTrans" cxnId="{7BEFF2B8-8F49-4CD9-B7FD-7F16DF859E3E}">
      <dgm:prSet/>
      <dgm:spPr/>
      <dgm:t>
        <a:bodyPr/>
        <a:lstStyle/>
        <a:p>
          <a:endParaRPr lang="en-IN"/>
        </a:p>
      </dgm:t>
    </dgm:pt>
    <dgm:pt modelId="{EC9B5A42-91F8-48D5-9DFC-49C45335DB9E}">
      <dgm:prSet/>
      <dgm:spPr/>
      <dgm:t>
        <a:bodyPr/>
        <a:lstStyle/>
        <a:p>
          <a:r>
            <a:rPr lang="en-US"/>
            <a:t>Data Masking</a:t>
          </a:r>
          <a:endParaRPr lang="en-IN"/>
        </a:p>
      </dgm:t>
    </dgm:pt>
    <dgm:pt modelId="{08E0737F-012F-4342-B8F2-217A323CEEF0}" type="parTrans" cxnId="{8F95F1D1-5B27-410F-ADBA-A4AFF8343DB8}">
      <dgm:prSet/>
      <dgm:spPr/>
      <dgm:t>
        <a:bodyPr/>
        <a:lstStyle/>
        <a:p>
          <a:endParaRPr lang="en-IN"/>
        </a:p>
      </dgm:t>
    </dgm:pt>
    <dgm:pt modelId="{D50F15A5-B68D-4CEE-9EE8-399945580CBD}" type="sibTrans" cxnId="{8F95F1D1-5B27-410F-ADBA-A4AFF8343DB8}">
      <dgm:prSet/>
      <dgm:spPr/>
      <dgm:t>
        <a:bodyPr/>
        <a:lstStyle/>
        <a:p>
          <a:endParaRPr lang="en-IN"/>
        </a:p>
      </dgm:t>
    </dgm:pt>
    <dgm:pt modelId="{0144B925-92B5-48E8-AEE6-A383668B6EB5}">
      <dgm:prSet/>
      <dgm:spPr/>
      <dgm:t>
        <a:bodyPr/>
        <a:lstStyle/>
        <a:p>
          <a:r>
            <a:rPr lang="en-US"/>
            <a:t>Report Generation</a:t>
          </a:r>
          <a:endParaRPr lang="en-IN"/>
        </a:p>
      </dgm:t>
    </dgm:pt>
    <dgm:pt modelId="{B56F59C5-CD1D-4903-B972-BEF0DE138C99}" type="parTrans" cxnId="{D8E22A9E-8428-4B9B-B735-DFE9EF1FB173}">
      <dgm:prSet/>
      <dgm:spPr/>
      <dgm:t>
        <a:bodyPr/>
        <a:lstStyle/>
        <a:p>
          <a:endParaRPr lang="en-IN"/>
        </a:p>
      </dgm:t>
    </dgm:pt>
    <dgm:pt modelId="{67C68C53-4C29-4F74-A76C-E7B04F1DF1CC}" type="sibTrans" cxnId="{D8E22A9E-8428-4B9B-B735-DFE9EF1FB173}">
      <dgm:prSet/>
      <dgm:spPr/>
      <dgm:t>
        <a:bodyPr/>
        <a:lstStyle/>
        <a:p>
          <a:endParaRPr lang="en-IN"/>
        </a:p>
      </dgm:t>
    </dgm:pt>
    <dgm:pt modelId="{EA407710-0D6E-4123-A7A1-F912FCAF8F78}">
      <dgm:prSet/>
      <dgm:spPr/>
      <dgm:t>
        <a:bodyPr/>
        <a:lstStyle/>
        <a:p>
          <a:r>
            <a:rPr lang="en-US"/>
            <a:t>Download Output</a:t>
          </a:r>
          <a:endParaRPr lang="en-IN"/>
        </a:p>
      </dgm:t>
    </dgm:pt>
    <dgm:pt modelId="{7C798BE4-0E72-45E2-8327-B3F5754929AC}" type="parTrans" cxnId="{999B3FFC-DA01-4B1E-A037-9589478F900D}">
      <dgm:prSet/>
      <dgm:spPr/>
      <dgm:t>
        <a:bodyPr/>
        <a:lstStyle/>
        <a:p>
          <a:endParaRPr lang="en-IN"/>
        </a:p>
      </dgm:t>
    </dgm:pt>
    <dgm:pt modelId="{B4F2BC16-4478-4B91-8BB3-B2224F1EDBFF}" type="sibTrans" cxnId="{999B3FFC-DA01-4B1E-A037-9589478F900D}">
      <dgm:prSet/>
      <dgm:spPr/>
      <dgm:t>
        <a:bodyPr/>
        <a:lstStyle/>
        <a:p>
          <a:endParaRPr lang="en-IN"/>
        </a:p>
      </dgm:t>
    </dgm:pt>
    <dgm:pt modelId="{E5E11E11-6B26-4DE5-A868-BA534AB14692}" type="pres">
      <dgm:prSet presAssocID="{1A6CFB7C-E987-4DB2-ADAF-D5B41606B34A}" presName="linear" presStyleCnt="0">
        <dgm:presLayoutVars>
          <dgm:animLvl val="lvl"/>
          <dgm:resizeHandles val="exact"/>
        </dgm:presLayoutVars>
      </dgm:prSet>
      <dgm:spPr/>
    </dgm:pt>
    <dgm:pt modelId="{17141679-D7C7-4E83-B8A7-139B7C063EDE}" type="pres">
      <dgm:prSet presAssocID="{E302589C-5CA8-4906-A345-12CAB1FFAC43}" presName="parentText" presStyleLbl="node1" presStyleIdx="0" presStyleCnt="7">
        <dgm:presLayoutVars>
          <dgm:chMax val="0"/>
          <dgm:bulletEnabled val="1"/>
        </dgm:presLayoutVars>
      </dgm:prSet>
      <dgm:spPr/>
    </dgm:pt>
    <dgm:pt modelId="{29F8C481-A737-4846-8692-6BC1F7D09886}" type="pres">
      <dgm:prSet presAssocID="{AE2011B2-6048-4265-8B8B-2045A7D19386}" presName="spacer" presStyleCnt="0"/>
      <dgm:spPr/>
    </dgm:pt>
    <dgm:pt modelId="{B9355204-25BB-4DFC-AD4D-80D19657BCFC}" type="pres">
      <dgm:prSet presAssocID="{1E505E58-C85A-407F-957A-75E39F94290C}" presName="parentText" presStyleLbl="node1" presStyleIdx="1" presStyleCnt="7">
        <dgm:presLayoutVars>
          <dgm:chMax val="0"/>
          <dgm:bulletEnabled val="1"/>
        </dgm:presLayoutVars>
      </dgm:prSet>
      <dgm:spPr/>
    </dgm:pt>
    <dgm:pt modelId="{28B5022D-D379-48FA-85F3-798AB0983665}" type="pres">
      <dgm:prSet presAssocID="{73D2365D-1EF1-408A-B11A-C452DB9BB076}" presName="spacer" presStyleCnt="0"/>
      <dgm:spPr/>
    </dgm:pt>
    <dgm:pt modelId="{07C938BB-D34C-439F-8908-3B50F02AC155}" type="pres">
      <dgm:prSet presAssocID="{DD9ECB9C-0603-4D8D-AA9E-19360B5117DF}" presName="parentText" presStyleLbl="node1" presStyleIdx="2" presStyleCnt="7">
        <dgm:presLayoutVars>
          <dgm:chMax val="0"/>
          <dgm:bulletEnabled val="1"/>
        </dgm:presLayoutVars>
      </dgm:prSet>
      <dgm:spPr/>
    </dgm:pt>
    <dgm:pt modelId="{E3B7E7BA-B6FC-4A07-B3FE-311C105B7BD6}" type="pres">
      <dgm:prSet presAssocID="{7EAB392A-1CF2-47B6-A6D4-AC91DBCA735A}" presName="spacer" presStyleCnt="0"/>
      <dgm:spPr/>
    </dgm:pt>
    <dgm:pt modelId="{081C519B-4616-4FA0-86A1-5561D8D88438}" type="pres">
      <dgm:prSet presAssocID="{123DCB0A-7074-4B61-B411-1F50B1674158}" presName="parentText" presStyleLbl="node1" presStyleIdx="3" presStyleCnt="7">
        <dgm:presLayoutVars>
          <dgm:chMax val="0"/>
          <dgm:bulletEnabled val="1"/>
        </dgm:presLayoutVars>
      </dgm:prSet>
      <dgm:spPr/>
    </dgm:pt>
    <dgm:pt modelId="{77CEEF23-CF75-4C6E-98FA-2FB3B1B38D76}" type="pres">
      <dgm:prSet presAssocID="{90C74ED5-C022-4607-BA0A-5166E59397FB}" presName="spacer" presStyleCnt="0"/>
      <dgm:spPr/>
    </dgm:pt>
    <dgm:pt modelId="{9F60012D-16E5-41D8-9CD5-4C9E7C56F193}" type="pres">
      <dgm:prSet presAssocID="{EC9B5A42-91F8-48D5-9DFC-49C45335DB9E}" presName="parentText" presStyleLbl="node1" presStyleIdx="4" presStyleCnt="7">
        <dgm:presLayoutVars>
          <dgm:chMax val="0"/>
          <dgm:bulletEnabled val="1"/>
        </dgm:presLayoutVars>
      </dgm:prSet>
      <dgm:spPr/>
    </dgm:pt>
    <dgm:pt modelId="{1904427B-5F9C-49AD-8260-2A9CCFEFFA1E}" type="pres">
      <dgm:prSet presAssocID="{D50F15A5-B68D-4CEE-9EE8-399945580CBD}" presName="spacer" presStyleCnt="0"/>
      <dgm:spPr/>
    </dgm:pt>
    <dgm:pt modelId="{522EAB80-21C4-4F23-A7BD-9F4CF23F3E0A}" type="pres">
      <dgm:prSet presAssocID="{0144B925-92B5-48E8-AEE6-A383668B6EB5}" presName="parentText" presStyleLbl="node1" presStyleIdx="5" presStyleCnt="7">
        <dgm:presLayoutVars>
          <dgm:chMax val="0"/>
          <dgm:bulletEnabled val="1"/>
        </dgm:presLayoutVars>
      </dgm:prSet>
      <dgm:spPr/>
    </dgm:pt>
    <dgm:pt modelId="{D626AB07-9D22-4018-8033-6A0ED73A6DC1}" type="pres">
      <dgm:prSet presAssocID="{67C68C53-4C29-4F74-A76C-E7B04F1DF1CC}" presName="spacer" presStyleCnt="0"/>
      <dgm:spPr/>
    </dgm:pt>
    <dgm:pt modelId="{252E87EC-42C8-4BA1-857C-D86FC5DD007D}" type="pres">
      <dgm:prSet presAssocID="{EA407710-0D6E-4123-A7A1-F912FCAF8F78}" presName="parentText" presStyleLbl="node1" presStyleIdx="6" presStyleCnt="7">
        <dgm:presLayoutVars>
          <dgm:chMax val="0"/>
          <dgm:bulletEnabled val="1"/>
        </dgm:presLayoutVars>
      </dgm:prSet>
      <dgm:spPr/>
    </dgm:pt>
  </dgm:ptLst>
  <dgm:cxnLst>
    <dgm:cxn modelId="{794F2466-CBC4-4EE5-A7DB-5776970CEA3B}" srcId="{1A6CFB7C-E987-4DB2-ADAF-D5B41606B34A}" destId="{1E505E58-C85A-407F-957A-75E39F94290C}" srcOrd="1" destOrd="0" parTransId="{5385DE3A-0507-46DA-BC1D-4A1A76FE02C3}" sibTransId="{73D2365D-1EF1-408A-B11A-C452DB9BB076}"/>
    <dgm:cxn modelId="{83AEC56D-0FB0-4796-A4C0-A7B4D71A131E}" type="presOf" srcId="{DD9ECB9C-0603-4D8D-AA9E-19360B5117DF}" destId="{07C938BB-D34C-439F-8908-3B50F02AC155}" srcOrd="0" destOrd="0" presId="urn:microsoft.com/office/officeart/2005/8/layout/vList2"/>
    <dgm:cxn modelId="{94109A4E-B31C-4143-BFE3-4481D68EA972}" type="presOf" srcId="{0144B925-92B5-48E8-AEE6-A383668B6EB5}" destId="{522EAB80-21C4-4F23-A7BD-9F4CF23F3E0A}" srcOrd="0" destOrd="0" presId="urn:microsoft.com/office/officeart/2005/8/layout/vList2"/>
    <dgm:cxn modelId="{442CD95A-DBE8-4EBD-B471-5664180D4209}" type="presOf" srcId="{123DCB0A-7074-4B61-B411-1F50B1674158}" destId="{081C519B-4616-4FA0-86A1-5561D8D88438}" srcOrd="0" destOrd="0" presId="urn:microsoft.com/office/officeart/2005/8/layout/vList2"/>
    <dgm:cxn modelId="{DCA98A7C-CB7B-4E32-8021-1D20DE462527}" type="presOf" srcId="{1A6CFB7C-E987-4DB2-ADAF-D5B41606B34A}" destId="{E5E11E11-6B26-4DE5-A868-BA534AB14692}" srcOrd="0" destOrd="0" presId="urn:microsoft.com/office/officeart/2005/8/layout/vList2"/>
    <dgm:cxn modelId="{32D78388-2FF3-4303-AD78-27B21EFDABDE}" type="presOf" srcId="{EC9B5A42-91F8-48D5-9DFC-49C45335DB9E}" destId="{9F60012D-16E5-41D8-9CD5-4C9E7C56F193}" srcOrd="0" destOrd="0" presId="urn:microsoft.com/office/officeart/2005/8/layout/vList2"/>
    <dgm:cxn modelId="{C810C68F-ABC3-4111-A847-B7E1028C79BD}" type="presOf" srcId="{E302589C-5CA8-4906-A345-12CAB1FFAC43}" destId="{17141679-D7C7-4E83-B8A7-139B7C063EDE}" srcOrd="0" destOrd="0" presId="urn:microsoft.com/office/officeart/2005/8/layout/vList2"/>
    <dgm:cxn modelId="{D8E22A9E-8428-4B9B-B735-DFE9EF1FB173}" srcId="{1A6CFB7C-E987-4DB2-ADAF-D5B41606B34A}" destId="{0144B925-92B5-48E8-AEE6-A383668B6EB5}" srcOrd="5" destOrd="0" parTransId="{B56F59C5-CD1D-4903-B972-BEF0DE138C99}" sibTransId="{67C68C53-4C29-4F74-A76C-E7B04F1DF1CC}"/>
    <dgm:cxn modelId="{7BEFF2B8-8F49-4CD9-B7FD-7F16DF859E3E}" srcId="{1A6CFB7C-E987-4DB2-ADAF-D5B41606B34A}" destId="{123DCB0A-7074-4B61-B411-1F50B1674158}" srcOrd="3" destOrd="0" parTransId="{72C43CA5-2B72-45E5-B06A-25EB65EF4FD8}" sibTransId="{90C74ED5-C022-4607-BA0A-5166E59397FB}"/>
    <dgm:cxn modelId="{B24239B9-19ED-4E42-9499-656ECF5F0AC4}" srcId="{1A6CFB7C-E987-4DB2-ADAF-D5B41606B34A}" destId="{DD9ECB9C-0603-4D8D-AA9E-19360B5117DF}" srcOrd="2" destOrd="0" parTransId="{F704A262-1158-4018-9B73-9B5E88F422AA}" sibTransId="{7EAB392A-1CF2-47B6-A6D4-AC91DBCA735A}"/>
    <dgm:cxn modelId="{01D962BA-E967-4FB3-B4C0-ADAB60BC9629}" type="presOf" srcId="{EA407710-0D6E-4123-A7A1-F912FCAF8F78}" destId="{252E87EC-42C8-4BA1-857C-D86FC5DD007D}" srcOrd="0" destOrd="0" presId="urn:microsoft.com/office/officeart/2005/8/layout/vList2"/>
    <dgm:cxn modelId="{C4FE1FC3-5956-4505-9A02-7B7BE632DA95}" type="presOf" srcId="{1E505E58-C85A-407F-957A-75E39F94290C}" destId="{B9355204-25BB-4DFC-AD4D-80D19657BCFC}" srcOrd="0" destOrd="0" presId="urn:microsoft.com/office/officeart/2005/8/layout/vList2"/>
    <dgm:cxn modelId="{8F95F1D1-5B27-410F-ADBA-A4AFF8343DB8}" srcId="{1A6CFB7C-E987-4DB2-ADAF-D5B41606B34A}" destId="{EC9B5A42-91F8-48D5-9DFC-49C45335DB9E}" srcOrd="4" destOrd="0" parTransId="{08E0737F-012F-4342-B8F2-217A323CEEF0}" sibTransId="{D50F15A5-B68D-4CEE-9EE8-399945580CBD}"/>
    <dgm:cxn modelId="{39E569D2-0089-4F53-AFBD-FC2C4C5E86C0}" srcId="{1A6CFB7C-E987-4DB2-ADAF-D5B41606B34A}" destId="{E302589C-5CA8-4906-A345-12CAB1FFAC43}" srcOrd="0" destOrd="0" parTransId="{72C690A8-9AFC-42CD-AC02-095F01DA1B0C}" sibTransId="{AE2011B2-6048-4265-8B8B-2045A7D19386}"/>
    <dgm:cxn modelId="{999B3FFC-DA01-4B1E-A037-9589478F900D}" srcId="{1A6CFB7C-E987-4DB2-ADAF-D5B41606B34A}" destId="{EA407710-0D6E-4123-A7A1-F912FCAF8F78}" srcOrd="6" destOrd="0" parTransId="{7C798BE4-0E72-45E2-8327-B3F5754929AC}" sibTransId="{B4F2BC16-4478-4B91-8BB3-B2224F1EDBFF}"/>
    <dgm:cxn modelId="{8B520D76-5981-4D91-9D43-5C413730983B}" type="presParOf" srcId="{E5E11E11-6B26-4DE5-A868-BA534AB14692}" destId="{17141679-D7C7-4E83-B8A7-139B7C063EDE}" srcOrd="0" destOrd="0" presId="urn:microsoft.com/office/officeart/2005/8/layout/vList2"/>
    <dgm:cxn modelId="{D549FEB9-A21C-49EA-980B-9A5565DEDFD5}" type="presParOf" srcId="{E5E11E11-6B26-4DE5-A868-BA534AB14692}" destId="{29F8C481-A737-4846-8692-6BC1F7D09886}" srcOrd="1" destOrd="0" presId="urn:microsoft.com/office/officeart/2005/8/layout/vList2"/>
    <dgm:cxn modelId="{6285C665-512E-4CF5-A808-5A1597F91EB9}" type="presParOf" srcId="{E5E11E11-6B26-4DE5-A868-BA534AB14692}" destId="{B9355204-25BB-4DFC-AD4D-80D19657BCFC}" srcOrd="2" destOrd="0" presId="urn:microsoft.com/office/officeart/2005/8/layout/vList2"/>
    <dgm:cxn modelId="{3890198F-C13F-476C-94BE-7B5FD31CAE19}" type="presParOf" srcId="{E5E11E11-6B26-4DE5-A868-BA534AB14692}" destId="{28B5022D-D379-48FA-85F3-798AB0983665}" srcOrd="3" destOrd="0" presId="urn:microsoft.com/office/officeart/2005/8/layout/vList2"/>
    <dgm:cxn modelId="{F75220F4-7E6F-4B60-BF39-CF4AA49335E7}" type="presParOf" srcId="{E5E11E11-6B26-4DE5-A868-BA534AB14692}" destId="{07C938BB-D34C-439F-8908-3B50F02AC155}" srcOrd="4" destOrd="0" presId="urn:microsoft.com/office/officeart/2005/8/layout/vList2"/>
    <dgm:cxn modelId="{3A3E03CB-4DB4-481C-BA16-82BF3E4022A7}" type="presParOf" srcId="{E5E11E11-6B26-4DE5-A868-BA534AB14692}" destId="{E3B7E7BA-B6FC-4A07-B3FE-311C105B7BD6}" srcOrd="5" destOrd="0" presId="urn:microsoft.com/office/officeart/2005/8/layout/vList2"/>
    <dgm:cxn modelId="{CE4F7B5A-E6EA-4767-8E19-467D8FBD2888}" type="presParOf" srcId="{E5E11E11-6B26-4DE5-A868-BA534AB14692}" destId="{081C519B-4616-4FA0-86A1-5561D8D88438}" srcOrd="6" destOrd="0" presId="urn:microsoft.com/office/officeart/2005/8/layout/vList2"/>
    <dgm:cxn modelId="{19F8D37D-46B8-43F4-8875-7793D5E7CDDB}" type="presParOf" srcId="{E5E11E11-6B26-4DE5-A868-BA534AB14692}" destId="{77CEEF23-CF75-4C6E-98FA-2FB3B1B38D76}" srcOrd="7" destOrd="0" presId="urn:microsoft.com/office/officeart/2005/8/layout/vList2"/>
    <dgm:cxn modelId="{F600D907-B002-43B1-9E17-A7670C85AF04}" type="presParOf" srcId="{E5E11E11-6B26-4DE5-A868-BA534AB14692}" destId="{9F60012D-16E5-41D8-9CD5-4C9E7C56F193}" srcOrd="8" destOrd="0" presId="urn:microsoft.com/office/officeart/2005/8/layout/vList2"/>
    <dgm:cxn modelId="{5FAEC418-2506-4B3B-BEB3-83ABE745CC56}" type="presParOf" srcId="{E5E11E11-6B26-4DE5-A868-BA534AB14692}" destId="{1904427B-5F9C-49AD-8260-2A9CCFEFFA1E}" srcOrd="9" destOrd="0" presId="urn:microsoft.com/office/officeart/2005/8/layout/vList2"/>
    <dgm:cxn modelId="{83949D7D-BAA5-4FF7-ACE9-4F5C6FDC4897}" type="presParOf" srcId="{E5E11E11-6B26-4DE5-A868-BA534AB14692}" destId="{522EAB80-21C4-4F23-A7BD-9F4CF23F3E0A}" srcOrd="10" destOrd="0" presId="urn:microsoft.com/office/officeart/2005/8/layout/vList2"/>
    <dgm:cxn modelId="{1EF5C227-6D63-4916-AE4E-7E659B8230F8}" type="presParOf" srcId="{E5E11E11-6B26-4DE5-A868-BA534AB14692}" destId="{D626AB07-9D22-4018-8033-6A0ED73A6DC1}" srcOrd="11" destOrd="0" presId="urn:microsoft.com/office/officeart/2005/8/layout/vList2"/>
    <dgm:cxn modelId="{89323441-99E4-4844-AD6F-998113AD5C6A}" type="presParOf" srcId="{E5E11E11-6B26-4DE5-A868-BA534AB14692}" destId="{252E87EC-42C8-4BA1-857C-D86FC5DD007D}" srcOrd="1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5002CFE-A27E-4277-91EE-F6E71B85499B}" type="doc">
      <dgm:prSet loTypeId="urn:microsoft.com/office/officeart/2005/8/layout/hierarchy3" loCatId="relationship" qsTypeId="urn:microsoft.com/office/officeart/2005/8/quickstyle/simple1" qsCatId="simple" csTypeId="urn:microsoft.com/office/officeart/2005/8/colors/accent1_2" csCatId="accent1" phldr="1"/>
      <dgm:spPr/>
      <dgm:t>
        <a:bodyPr/>
        <a:lstStyle/>
        <a:p>
          <a:endParaRPr lang="en-IN"/>
        </a:p>
      </dgm:t>
    </dgm:pt>
    <dgm:pt modelId="{8F6A9FA3-04C5-4E6C-A518-1419EFDA0E60}">
      <dgm:prSet phldrT="[Text]" phldr="0"/>
      <dgm:spPr/>
      <dgm:t>
        <a:bodyPr/>
        <a:lstStyle/>
        <a:p>
          <a:r>
            <a:rPr lang="en-IN" dirty="0"/>
            <a:t>Backend</a:t>
          </a:r>
        </a:p>
      </dgm:t>
    </dgm:pt>
    <dgm:pt modelId="{FB44C844-088A-4BEA-883A-8E8CD01BA50E}" type="parTrans" cxnId="{BD17A614-65E1-4107-9E52-C68A728521E8}">
      <dgm:prSet/>
      <dgm:spPr/>
      <dgm:t>
        <a:bodyPr/>
        <a:lstStyle/>
        <a:p>
          <a:endParaRPr lang="en-IN"/>
        </a:p>
      </dgm:t>
    </dgm:pt>
    <dgm:pt modelId="{D3C4B38E-E65F-417E-A2DC-C39FDD474E85}" type="sibTrans" cxnId="{BD17A614-65E1-4107-9E52-C68A728521E8}">
      <dgm:prSet/>
      <dgm:spPr/>
      <dgm:t>
        <a:bodyPr/>
        <a:lstStyle/>
        <a:p>
          <a:endParaRPr lang="en-IN"/>
        </a:p>
      </dgm:t>
    </dgm:pt>
    <dgm:pt modelId="{8390BF70-DB31-482E-8905-3CD95810FF5D}">
      <dgm:prSet phldrT="[Text]" phldr="0"/>
      <dgm:spPr/>
      <dgm:t>
        <a:bodyPr/>
        <a:lstStyle/>
        <a:p>
          <a:r>
            <a:rPr lang="en-IN" dirty="0"/>
            <a:t>Python</a:t>
          </a:r>
        </a:p>
      </dgm:t>
    </dgm:pt>
    <dgm:pt modelId="{2B7ABD69-3F8C-42C1-BB5B-FD04D1925E20}" type="parTrans" cxnId="{18A2E159-1092-4390-AE2D-69D35E78B9A7}">
      <dgm:prSet/>
      <dgm:spPr/>
      <dgm:t>
        <a:bodyPr/>
        <a:lstStyle/>
        <a:p>
          <a:endParaRPr lang="en-IN"/>
        </a:p>
      </dgm:t>
    </dgm:pt>
    <dgm:pt modelId="{0F7CBCE5-F5DA-4CCE-9360-8527DE5409CD}" type="sibTrans" cxnId="{18A2E159-1092-4390-AE2D-69D35E78B9A7}">
      <dgm:prSet/>
      <dgm:spPr/>
      <dgm:t>
        <a:bodyPr/>
        <a:lstStyle/>
        <a:p>
          <a:endParaRPr lang="en-IN"/>
        </a:p>
      </dgm:t>
    </dgm:pt>
    <dgm:pt modelId="{9A0EF927-D962-4A00-A49D-5B5746C30E47}">
      <dgm:prSet phldrT="[Text]" phldr="0"/>
      <dgm:spPr/>
      <dgm:t>
        <a:bodyPr/>
        <a:lstStyle/>
        <a:p>
          <a:r>
            <a:rPr lang="en-IN" dirty="0"/>
            <a:t>Flask</a:t>
          </a:r>
        </a:p>
      </dgm:t>
    </dgm:pt>
    <dgm:pt modelId="{B17EB829-74C7-42E6-9B9E-136832D58EC8}" type="parTrans" cxnId="{A123EA13-4922-4413-B5C9-82EEE7C289DA}">
      <dgm:prSet/>
      <dgm:spPr/>
      <dgm:t>
        <a:bodyPr/>
        <a:lstStyle/>
        <a:p>
          <a:endParaRPr lang="en-IN"/>
        </a:p>
      </dgm:t>
    </dgm:pt>
    <dgm:pt modelId="{407785D0-EA87-4A02-8F43-E0C2EC12BDC4}" type="sibTrans" cxnId="{A123EA13-4922-4413-B5C9-82EEE7C289DA}">
      <dgm:prSet/>
      <dgm:spPr/>
      <dgm:t>
        <a:bodyPr/>
        <a:lstStyle/>
        <a:p>
          <a:endParaRPr lang="en-IN"/>
        </a:p>
      </dgm:t>
    </dgm:pt>
    <dgm:pt modelId="{D8E546D2-057E-4018-A13B-4C9BB6CB60EF}">
      <dgm:prSet phldrT="[Text]" phldr="0"/>
      <dgm:spPr/>
      <dgm:t>
        <a:bodyPr/>
        <a:lstStyle/>
        <a:p>
          <a:r>
            <a:rPr lang="en-IN" dirty="0"/>
            <a:t>Data Processing</a:t>
          </a:r>
        </a:p>
      </dgm:t>
    </dgm:pt>
    <dgm:pt modelId="{C9945E32-E2A8-4747-A4D6-28AC44CD1C27}" type="parTrans" cxnId="{89AECBC9-9CB0-4105-BF26-F95466227A9F}">
      <dgm:prSet/>
      <dgm:spPr/>
      <dgm:t>
        <a:bodyPr/>
        <a:lstStyle/>
        <a:p>
          <a:endParaRPr lang="en-IN"/>
        </a:p>
      </dgm:t>
    </dgm:pt>
    <dgm:pt modelId="{47B338E1-17A5-4AA4-955D-9DD8990F26FD}" type="sibTrans" cxnId="{89AECBC9-9CB0-4105-BF26-F95466227A9F}">
      <dgm:prSet/>
      <dgm:spPr/>
      <dgm:t>
        <a:bodyPr/>
        <a:lstStyle/>
        <a:p>
          <a:endParaRPr lang="en-IN"/>
        </a:p>
      </dgm:t>
    </dgm:pt>
    <dgm:pt modelId="{E4BA3D9B-51A2-46B9-B615-4605C7A5E8C8}">
      <dgm:prSet phldrT="[Text]" phldr="0"/>
      <dgm:spPr/>
      <dgm:t>
        <a:bodyPr/>
        <a:lstStyle/>
        <a:p>
          <a:r>
            <a:rPr lang="en-IN" dirty="0"/>
            <a:t>Pandas</a:t>
          </a:r>
        </a:p>
      </dgm:t>
    </dgm:pt>
    <dgm:pt modelId="{C930AE91-8645-455B-8591-279ABC44CEC5}" type="parTrans" cxnId="{CC6D2CB6-3772-4182-8874-D1F2002270A8}">
      <dgm:prSet/>
      <dgm:spPr/>
      <dgm:t>
        <a:bodyPr/>
        <a:lstStyle/>
        <a:p>
          <a:endParaRPr lang="en-IN"/>
        </a:p>
      </dgm:t>
    </dgm:pt>
    <dgm:pt modelId="{8A8AB533-8CD3-416F-8414-E39ACC72E5D1}" type="sibTrans" cxnId="{CC6D2CB6-3772-4182-8874-D1F2002270A8}">
      <dgm:prSet/>
      <dgm:spPr/>
      <dgm:t>
        <a:bodyPr/>
        <a:lstStyle/>
        <a:p>
          <a:endParaRPr lang="en-IN"/>
        </a:p>
      </dgm:t>
    </dgm:pt>
    <dgm:pt modelId="{FC8BD98E-B48A-4D82-B1E4-6E8C74FD51C3}">
      <dgm:prSet phldrT="[Text]" phldr="0"/>
      <dgm:spPr/>
      <dgm:t>
        <a:bodyPr/>
        <a:lstStyle/>
        <a:p>
          <a:r>
            <a:rPr lang="en-IN" dirty="0"/>
            <a:t>JSON</a:t>
          </a:r>
        </a:p>
      </dgm:t>
    </dgm:pt>
    <dgm:pt modelId="{146905E0-E484-416F-B048-62A211A678CA}" type="parTrans" cxnId="{649FEEBD-350B-4CE5-A3B0-B2397EA7BD63}">
      <dgm:prSet/>
      <dgm:spPr/>
      <dgm:t>
        <a:bodyPr/>
        <a:lstStyle/>
        <a:p>
          <a:endParaRPr lang="en-IN"/>
        </a:p>
      </dgm:t>
    </dgm:pt>
    <dgm:pt modelId="{A127491E-47A2-4304-A77A-CE432631838B}" type="sibTrans" cxnId="{649FEEBD-350B-4CE5-A3B0-B2397EA7BD63}">
      <dgm:prSet/>
      <dgm:spPr/>
      <dgm:t>
        <a:bodyPr/>
        <a:lstStyle/>
        <a:p>
          <a:endParaRPr lang="en-IN"/>
        </a:p>
      </dgm:t>
    </dgm:pt>
    <dgm:pt modelId="{282F9CA2-68F9-43B5-906F-9C4DD0C999AE}">
      <dgm:prSet phldrT="[Text]" phldr="0"/>
      <dgm:spPr/>
      <dgm:t>
        <a:bodyPr/>
        <a:lstStyle/>
        <a:p>
          <a:r>
            <a:rPr lang="en-IN" dirty="0"/>
            <a:t>Frontend</a:t>
          </a:r>
        </a:p>
      </dgm:t>
    </dgm:pt>
    <dgm:pt modelId="{4F89971F-E0F6-4223-8B00-839A316CC28B}" type="parTrans" cxnId="{F875D5FC-25F3-4224-9584-CCECC6CB18AD}">
      <dgm:prSet/>
      <dgm:spPr/>
      <dgm:t>
        <a:bodyPr/>
        <a:lstStyle/>
        <a:p>
          <a:endParaRPr lang="en-IN"/>
        </a:p>
      </dgm:t>
    </dgm:pt>
    <dgm:pt modelId="{02DF80F7-F1BC-48C7-82C5-84E9E99E59E7}" type="sibTrans" cxnId="{F875D5FC-25F3-4224-9584-CCECC6CB18AD}">
      <dgm:prSet/>
      <dgm:spPr/>
      <dgm:t>
        <a:bodyPr/>
        <a:lstStyle/>
        <a:p>
          <a:endParaRPr lang="en-IN"/>
        </a:p>
      </dgm:t>
    </dgm:pt>
    <dgm:pt modelId="{7FF0FEDB-4C13-48F9-BC92-F8F99F5ADFD0}">
      <dgm:prSet phldrT="[Text]" phldr="0"/>
      <dgm:spPr/>
      <dgm:t>
        <a:bodyPr/>
        <a:lstStyle/>
        <a:p>
          <a:r>
            <a:rPr lang="en-IN" dirty="0"/>
            <a:t>HTML</a:t>
          </a:r>
        </a:p>
      </dgm:t>
    </dgm:pt>
    <dgm:pt modelId="{16691E05-D257-467B-AD1B-F983A8D7A7F4}" type="parTrans" cxnId="{C46FDC5D-7CD3-462F-9C34-A5E431424652}">
      <dgm:prSet/>
      <dgm:spPr/>
      <dgm:t>
        <a:bodyPr/>
        <a:lstStyle/>
        <a:p>
          <a:endParaRPr lang="en-IN"/>
        </a:p>
      </dgm:t>
    </dgm:pt>
    <dgm:pt modelId="{D33BB6C0-8C57-494E-911B-B230ADFA7ACE}" type="sibTrans" cxnId="{C46FDC5D-7CD3-462F-9C34-A5E431424652}">
      <dgm:prSet/>
      <dgm:spPr/>
      <dgm:t>
        <a:bodyPr/>
        <a:lstStyle/>
        <a:p>
          <a:endParaRPr lang="en-IN"/>
        </a:p>
      </dgm:t>
    </dgm:pt>
    <dgm:pt modelId="{4E830EF3-1842-45BF-B7BD-3D9A450920FF}">
      <dgm:prSet phldrT="[Text]" phldr="0"/>
      <dgm:spPr/>
      <dgm:t>
        <a:bodyPr/>
        <a:lstStyle/>
        <a:p>
          <a:r>
            <a:rPr lang="en-IN" dirty="0"/>
            <a:t>CSS</a:t>
          </a:r>
        </a:p>
      </dgm:t>
    </dgm:pt>
    <dgm:pt modelId="{0230559F-EA57-49D3-BD38-A11077E24158}" type="parTrans" cxnId="{DC7BD2E8-E574-4463-8A17-A164EB6009C3}">
      <dgm:prSet/>
      <dgm:spPr/>
      <dgm:t>
        <a:bodyPr/>
        <a:lstStyle/>
        <a:p>
          <a:endParaRPr lang="en-IN"/>
        </a:p>
      </dgm:t>
    </dgm:pt>
    <dgm:pt modelId="{D0B43045-0F4E-40B7-AFA2-0F79E46CBC4F}" type="sibTrans" cxnId="{DC7BD2E8-E574-4463-8A17-A164EB6009C3}">
      <dgm:prSet/>
      <dgm:spPr/>
      <dgm:t>
        <a:bodyPr/>
        <a:lstStyle/>
        <a:p>
          <a:endParaRPr lang="en-IN"/>
        </a:p>
      </dgm:t>
    </dgm:pt>
    <dgm:pt modelId="{7BF87363-732E-4DA3-A038-C08F374FA797}">
      <dgm:prSet phldrT="[Text]" phldr="0"/>
      <dgm:spPr/>
      <dgm:t>
        <a:bodyPr/>
        <a:lstStyle/>
        <a:p>
          <a:r>
            <a:rPr lang="en-IN" dirty="0"/>
            <a:t>JavaScript</a:t>
          </a:r>
        </a:p>
      </dgm:t>
    </dgm:pt>
    <dgm:pt modelId="{0787513F-76DE-4874-B75E-8905F41F6050}" type="parTrans" cxnId="{9401CD0C-C20F-4F53-BB70-5078AE1A6FCE}">
      <dgm:prSet/>
      <dgm:spPr/>
      <dgm:t>
        <a:bodyPr/>
        <a:lstStyle/>
        <a:p>
          <a:endParaRPr lang="en-IN"/>
        </a:p>
      </dgm:t>
    </dgm:pt>
    <dgm:pt modelId="{260B55F0-F965-4E95-AF44-EA282A7D7F68}" type="sibTrans" cxnId="{9401CD0C-C20F-4F53-BB70-5078AE1A6FCE}">
      <dgm:prSet/>
      <dgm:spPr/>
      <dgm:t>
        <a:bodyPr/>
        <a:lstStyle/>
        <a:p>
          <a:endParaRPr lang="en-IN"/>
        </a:p>
      </dgm:t>
    </dgm:pt>
    <dgm:pt modelId="{0A685C80-715F-49ED-96A9-2A5D4B6CA9B4}" type="pres">
      <dgm:prSet presAssocID="{E5002CFE-A27E-4277-91EE-F6E71B85499B}" presName="diagram" presStyleCnt="0">
        <dgm:presLayoutVars>
          <dgm:chPref val="1"/>
          <dgm:dir/>
          <dgm:animOne val="branch"/>
          <dgm:animLvl val="lvl"/>
          <dgm:resizeHandles/>
        </dgm:presLayoutVars>
      </dgm:prSet>
      <dgm:spPr/>
    </dgm:pt>
    <dgm:pt modelId="{4A906366-B88C-4816-98B5-193BCC40F06A}" type="pres">
      <dgm:prSet presAssocID="{8F6A9FA3-04C5-4E6C-A518-1419EFDA0E60}" presName="root" presStyleCnt="0"/>
      <dgm:spPr/>
    </dgm:pt>
    <dgm:pt modelId="{7CB445DE-85DC-4EA3-B295-A50F98AB528D}" type="pres">
      <dgm:prSet presAssocID="{8F6A9FA3-04C5-4E6C-A518-1419EFDA0E60}" presName="rootComposite" presStyleCnt="0"/>
      <dgm:spPr/>
    </dgm:pt>
    <dgm:pt modelId="{9C39C106-B802-425C-9575-DD09528847F4}" type="pres">
      <dgm:prSet presAssocID="{8F6A9FA3-04C5-4E6C-A518-1419EFDA0E60}" presName="rootText" presStyleLbl="node1" presStyleIdx="0" presStyleCnt="3" custLinFactX="24979" custLinFactNeighborX="100000" custLinFactNeighborY="13175"/>
      <dgm:spPr/>
    </dgm:pt>
    <dgm:pt modelId="{C1A66048-C7E7-4980-8F2A-DC57B1010FB7}" type="pres">
      <dgm:prSet presAssocID="{8F6A9FA3-04C5-4E6C-A518-1419EFDA0E60}" presName="rootConnector" presStyleLbl="node1" presStyleIdx="0" presStyleCnt="3"/>
      <dgm:spPr/>
    </dgm:pt>
    <dgm:pt modelId="{00E2F8E4-F210-4032-93AC-518E57B7B711}" type="pres">
      <dgm:prSet presAssocID="{8F6A9FA3-04C5-4E6C-A518-1419EFDA0E60}" presName="childShape" presStyleCnt="0"/>
      <dgm:spPr/>
    </dgm:pt>
    <dgm:pt modelId="{4F133D81-3DE0-499C-9DF3-607601BA3F2D}" type="pres">
      <dgm:prSet presAssocID="{2B7ABD69-3F8C-42C1-BB5B-FD04D1925E20}" presName="Name13" presStyleLbl="parChTrans1D2" presStyleIdx="0" presStyleCnt="7"/>
      <dgm:spPr/>
    </dgm:pt>
    <dgm:pt modelId="{6CCBAA6C-A56A-4023-A895-AC5D65CB0133}" type="pres">
      <dgm:prSet presAssocID="{8390BF70-DB31-482E-8905-3CD95810FF5D}" presName="childText" presStyleLbl="bgAcc1" presStyleIdx="0" presStyleCnt="7" custLinFactX="73404" custLinFactNeighborX="100000" custLinFactNeighborY="30150">
        <dgm:presLayoutVars>
          <dgm:bulletEnabled val="1"/>
        </dgm:presLayoutVars>
      </dgm:prSet>
      <dgm:spPr/>
    </dgm:pt>
    <dgm:pt modelId="{BB4E0698-3843-4219-AEE6-33B9FB0A8768}" type="pres">
      <dgm:prSet presAssocID="{B17EB829-74C7-42E6-9B9E-136832D58EC8}" presName="Name13" presStyleLbl="parChTrans1D2" presStyleIdx="1" presStyleCnt="7"/>
      <dgm:spPr/>
    </dgm:pt>
    <dgm:pt modelId="{F350D464-CE95-4F56-A461-DAC8C30FD116}" type="pres">
      <dgm:prSet presAssocID="{9A0EF927-D962-4A00-A49D-5B5746C30E47}" presName="childText" presStyleLbl="bgAcc1" presStyleIdx="1" presStyleCnt="7" custLinFactX="73484" custLinFactNeighborX="100000" custLinFactNeighborY="51132">
        <dgm:presLayoutVars>
          <dgm:bulletEnabled val="1"/>
        </dgm:presLayoutVars>
      </dgm:prSet>
      <dgm:spPr/>
    </dgm:pt>
    <dgm:pt modelId="{98F1FE96-5F4D-4987-90F2-3D2B30871ABA}" type="pres">
      <dgm:prSet presAssocID="{282F9CA2-68F9-43B5-906F-9C4DD0C999AE}" presName="root" presStyleCnt="0"/>
      <dgm:spPr/>
    </dgm:pt>
    <dgm:pt modelId="{14B6C3DF-A712-416B-8B74-89D9EF9DAFA8}" type="pres">
      <dgm:prSet presAssocID="{282F9CA2-68F9-43B5-906F-9C4DD0C999AE}" presName="rootComposite" presStyleCnt="0"/>
      <dgm:spPr/>
    </dgm:pt>
    <dgm:pt modelId="{4441025B-814F-4955-B6BF-2CE5C05050E5}" type="pres">
      <dgm:prSet presAssocID="{282F9CA2-68F9-43B5-906F-9C4DD0C999AE}" presName="rootText" presStyleLbl="node1" presStyleIdx="1" presStyleCnt="3" custLinFactX="-63260" custLinFactNeighborX="-100000" custLinFactNeighborY="11957"/>
      <dgm:spPr/>
    </dgm:pt>
    <dgm:pt modelId="{8F7B0084-D554-40D7-8F20-4954D51621F2}" type="pres">
      <dgm:prSet presAssocID="{282F9CA2-68F9-43B5-906F-9C4DD0C999AE}" presName="rootConnector" presStyleLbl="node1" presStyleIdx="1" presStyleCnt="3"/>
      <dgm:spPr/>
    </dgm:pt>
    <dgm:pt modelId="{60139FC8-DC1E-46DC-A9ED-0D30B41EA30A}" type="pres">
      <dgm:prSet presAssocID="{282F9CA2-68F9-43B5-906F-9C4DD0C999AE}" presName="childShape" presStyleCnt="0"/>
      <dgm:spPr/>
    </dgm:pt>
    <dgm:pt modelId="{015DFCF7-2A4E-40F7-9045-706619DBFBFF}" type="pres">
      <dgm:prSet presAssocID="{16691E05-D257-467B-AD1B-F983A8D7A7F4}" presName="Name13" presStyleLbl="parChTrans1D2" presStyleIdx="2" presStyleCnt="7"/>
      <dgm:spPr/>
    </dgm:pt>
    <dgm:pt modelId="{3E8064F6-B7E0-4345-B903-3DB90AB8FCDE}" type="pres">
      <dgm:prSet presAssocID="{7FF0FEDB-4C13-48F9-BC92-F8F99F5ADFD0}" presName="childText" presStyleLbl="bgAcc1" presStyleIdx="2" presStyleCnt="7" custScaleX="80685" custScaleY="53751" custLinFactX="-46607" custLinFactNeighborX="-100000" custLinFactNeighborY="22509">
        <dgm:presLayoutVars>
          <dgm:bulletEnabled val="1"/>
        </dgm:presLayoutVars>
      </dgm:prSet>
      <dgm:spPr/>
    </dgm:pt>
    <dgm:pt modelId="{B0344573-3CD5-4DC0-B494-429B404D9046}" type="pres">
      <dgm:prSet presAssocID="{0230559F-EA57-49D3-BD38-A11077E24158}" presName="Name13" presStyleLbl="parChTrans1D2" presStyleIdx="3" presStyleCnt="7"/>
      <dgm:spPr/>
    </dgm:pt>
    <dgm:pt modelId="{8CEF5F61-E865-4080-9585-275CDC2065CC}" type="pres">
      <dgm:prSet presAssocID="{4E830EF3-1842-45BF-B7BD-3D9A450920FF}" presName="childText" presStyleLbl="bgAcc1" presStyleIdx="3" presStyleCnt="7" custScaleX="83758" custScaleY="67310" custLinFactX="-47139" custLinFactNeighborX="-100000" custLinFactNeighborY="22656">
        <dgm:presLayoutVars>
          <dgm:bulletEnabled val="1"/>
        </dgm:presLayoutVars>
      </dgm:prSet>
      <dgm:spPr/>
    </dgm:pt>
    <dgm:pt modelId="{09D5452E-2F74-476E-9E33-1A1D0E399858}" type="pres">
      <dgm:prSet presAssocID="{0787513F-76DE-4874-B75E-8905F41F6050}" presName="Name13" presStyleLbl="parChTrans1D2" presStyleIdx="4" presStyleCnt="7"/>
      <dgm:spPr/>
    </dgm:pt>
    <dgm:pt modelId="{195667DD-61E0-4F32-866F-C2CF62E1E2DF}" type="pres">
      <dgm:prSet presAssocID="{7BF87363-732E-4DA3-A038-C08F374FA797}" presName="childText" presStyleLbl="bgAcc1" presStyleIdx="4" presStyleCnt="7" custScaleX="88955" custScaleY="73365" custLinFactX="-50068" custLinFactNeighborX="-100000" custLinFactNeighborY="24265">
        <dgm:presLayoutVars>
          <dgm:bulletEnabled val="1"/>
        </dgm:presLayoutVars>
      </dgm:prSet>
      <dgm:spPr/>
    </dgm:pt>
    <dgm:pt modelId="{11588949-4E42-42AD-8EE1-EE5BBE17B8C0}" type="pres">
      <dgm:prSet presAssocID="{D8E546D2-057E-4018-A13B-4C9BB6CB60EF}" presName="root" presStyleCnt="0"/>
      <dgm:spPr/>
    </dgm:pt>
    <dgm:pt modelId="{258246E1-1E9D-4115-8E75-BBED5F552A16}" type="pres">
      <dgm:prSet presAssocID="{D8E546D2-057E-4018-A13B-4C9BB6CB60EF}" presName="rootComposite" presStyleCnt="0"/>
      <dgm:spPr/>
    </dgm:pt>
    <dgm:pt modelId="{AE18A7C5-2F4F-40C5-A911-631EFB958E79}" type="pres">
      <dgm:prSet presAssocID="{D8E546D2-057E-4018-A13B-4C9BB6CB60EF}" presName="rootText" presStyleLbl="node1" presStyleIdx="2" presStyleCnt="3" custLinFactNeighborX="20088" custLinFactNeighborY="6087"/>
      <dgm:spPr/>
    </dgm:pt>
    <dgm:pt modelId="{B20F527C-6E86-44BE-902F-2BFCAD05510D}" type="pres">
      <dgm:prSet presAssocID="{D8E546D2-057E-4018-A13B-4C9BB6CB60EF}" presName="rootConnector" presStyleLbl="node1" presStyleIdx="2" presStyleCnt="3"/>
      <dgm:spPr/>
    </dgm:pt>
    <dgm:pt modelId="{92745B58-084D-4F2D-82ED-CCC6D3B1DD1D}" type="pres">
      <dgm:prSet presAssocID="{D8E546D2-057E-4018-A13B-4C9BB6CB60EF}" presName="childShape" presStyleCnt="0"/>
      <dgm:spPr/>
    </dgm:pt>
    <dgm:pt modelId="{180972A1-EBF6-43A7-A6BA-875D3973AC95}" type="pres">
      <dgm:prSet presAssocID="{C930AE91-8645-455B-8591-279ABC44CEC5}" presName="Name13" presStyleLbl="parChTrans1D2" presStyleIdx="5" presStyleCnt="7"/>
      <dgm:spPr/>
    </dgm:pt>
    <dgm:pt modelId="{09C6E62E-36A5-4E8E-81BD-B5FEF1E93B68}" type="pres">
      <dgm:prSet presAssocID="{E4BA3D9B-51A2-46B9-B615-4605C7A5E8C8}" presName="childText" presStyleLbl="bgAcc1" presStyleIdx="5" presStyleCnt="7" custLinFactNeighborX="41089" custLinFactNeighborY="13392">
        <dgm:presLayoutVars>
          <dgm:bulletEnabled val="1"/>
        </dgm:presLayoutVars>
      </dgm:prSet>
      <dgm:spPr/>
    </dgm:pt>
    <dgm:pt modelId="{882ED678-DA13-442F-A86B-4B0FC3BA80E0}" type="pres">
      <dgm:prSet presAssocID="{146905E0-E484-416F-B048-62A211A678CA}" presName="Name13" presStyleLbl="parChTrans1D2" presStyleIdx="6" presStyleCnt="7"/>
      <dgm:spPr/>
    </dgm:pt>
    <dgm:pt modelId="{ED9E7F53-1117-4829-88B3-14A4CB9A6824}" type="pres">
      <dgm:prSet presAssocID="{FC8BD98E-B48A-4D82-B1E4-6E8C74FD51C3}" presName="childText" presStyleLbl="bgAcc1" presStyleIdx="6" presStyleCnt="7" custLinFactNeighborX="41849" custLinFactNeighborY="25566">
        <dgm:presLayoutVars>
          <dgm:bulletEnabled val="1"/>
        </dgm:presLayoutVars>
      </dgm:prSet>
      <dgm:spPr/>
    </dgm:pt>
  </dgm:ptLst>
  <dgm:cxnLst>
    <dgm:cxn modelId="{67F3C201-4C12-4EAB-8E6A-8CF674C70FBB}" type="presOf" srcId="{16691E05-D257-467B-AD1B-F983A8D7A7F4}" destId="{015DFCF7-2A4E-40F7-9045-706619DBFBFF}" srcOrd="0" destOrd="0" presId="urn:microsoft.com/office/officeart/2005/8/layout/hierarchy3"/>
    <dgm:cxn modelId="{9CC0C20A-D2C0-4CD6-9AB3-BC11E62CB40A}" type="presOf" srcId="{C930AE91-8645-455B-8591-279ABC44CEC5}" destId="{180972A1-EBF6-43A7-A6BA-875D3973AC95}" srcOrd="0" destOrd="0" presId="urn:microsoft.com/office/officeart/2005/8/layout/hierarchy3"/>
    <dgm:cxn modelId="{9401CD0C-C20F-4F53-BB70-5078AE1A6FCE}" srcId="{282F9CA2-68F9-43B5-906F-9C4DD0C999AE}" destId="{7BF87363-732E-4DA3-A038-C08F374FA797}" srcOrd="2" destOrd="0" parTransId="{0787513F-76DE-4874-B75E-8905F41F6050}" sibTransId="{260B55F0-F965-4E95-AF44-EA282A7D7F68}"/>
    <dgm:cxn modelId="{955D280D-D8A2-45E3-AB85-14D753333A67}" type="presOf" srcId="{8F6A9FA3-04C5-4E6C-A518-1419EFDA0E60}" destId="{9C39C106-B802-425C-9575-DD09528847F4}" srcOrd="0" destOrd="0" presId="urn:microsoft.com/office/officeart/2005/8/layout/hierarchy3"/>
    <dgm:cxn modelId="{A123EA13-4922-4413-B5C9-82EEE7C289DA}" srcId="{8F6A9FA3-04C5-4E6C-A518-1419EFDA0E60}" destId="{9A0EF927-D962-4A00-A49D-5B5746C30E47}" srcOrd="1" destOrd="0" parTransId="{B17EB829-74C7-42E6-9B9E-136832D58EC8}" sibTransId="{407785D0-EA87-4A02-8F43-E0C2EC12BDC4}"/>
    <dgm:cxn modelId="{BD17A614-65E1-4107-9E52-C68A728521E8}" srcId="{E5002CFE-A27E-4277-91EE-F6E71B85499B}" destId="{8F6A9FA3-04C5-4E6C-A518-1419EFDA0E60}" srcOrd="0" destOrd="0" parTransId="{FB44C844-088A-4BEA-883A-8E8CD01BA50E}" sibTransId="{D3C4B38E-E65F-417E-A2DC-C39FDD474E85}"/>
    <dgm:cxn modelId="{E94D8416-75BE-4EB9-98FD-24BD25475928}" type="presOf" srcId="{E4BA3D9B-51A2-46B9-B615-4605C7A5E8C8}" destId="{09C6E62E-36A5-4E8E-81BD-B5FEF1E93B68}" srcOrd="0" destOrd="0" presId="urn:microsoft.com/office/officeart/2005/8/layout/hierarchy3"/>
    <dgm:cxn modelId="{A45A835B-A7FF-4FFD-9439-13D4DB330786}" type="presOf" srcId="{7BF87363-732E-4DA3-A038-C08F374FA797}" destId="{195667DD-61E0-4F32-866F-C2CF62E1E2DF}" srcOrd="0" destOrd="0" presId="urn:microsoft.com/office/officeart/2005/8/layout/hierarchy3"/>
    <dgm:cxn modelId="{C51C695D-0023-484F-94AC-5A286EB6A73F}" type="presOf" srcId="{282F9CA2-68F9-43B5-906F-9C4DD0C999AE}" destId="{4441025B-814F-4955-B6BF-2CE5C05050E5}" srcOrd="0" destOrd="0" presId="urn:microsoft.com/office/officeart/2005/8/layout/hierarchy3"/>
    <dgm:cxn modelId="{C46FDC5D-7CD3-462F-9C34-A5E431424652}" srcId="{282F9CA2-68F9-43B5-906F-9C4DD0C999AE}" destId="{7FF0FEDB-4C13-48F9-BC92-F8F99F5ADFD0}" srcOrd="0" destOrd="0" parTransId="{16691E05-D257-467B-AD1B-F983A8D7A7F4}" sibTransId="{D33BB6C0-8C57-494E-911B-B230ADFA7ACE}"/>
    <dgm:cxn modelId="{0A05A642-9786-4BE4-8B9F-7AD1B3661307}" type="presOf" srcId="{D8E546D2-057E-4018-A13B-4C9BB6CB60EF}" destId="{AE18A7C5-2F4F-40C5-A911-631EFB958E79}" srcOrd="0" destOrd="0" presId="urn:microsoft.com/office/officeart/2005/8/layout/hierarchy3"/>
    <dgm:cxn modelId="{8C815E71-390D-4074-BBFC-FFA9D4481A1C}" type="presOf" srcId="{8F6A9FA3-04C5-4E6C-A518-1419EFDA0E60}" destId="{C1A66048-C7E7-4980-8F2A-DC57B1010FB7}" srcOrd="1" destOrd="0" presId="urn:microsoft.com/office/officeart/2005/8/layout/hierarchy3"/>
    <dgm:cxn modelId="{18A2E159-1092-4390-AE2D-69D35E78B9A7}" srcId="{8F6A9FA3-04C5-4E6C-A518-1419EFDA0E60}" destId="{8390BF70-DB31-482E-8905-3CD95810FF5D}" srcOrd="0" destOrd="0" parTransId="{2B7ABD69-3F8C-42C1-BB5B-FD04D1925E20}" sibTransId="{0F7CBCE5-F5DA-4CCE-9360-8527DE5409CD}"/>
    <dgm:cxn modelId="{1EDF9484-CFF5-4E2B-B0D0-BA3B46BF7E02}" type="presOf" srcId="{0787513F-76DE-4874-B75E-8905F41F6050}" destId="{09D5452E-2F74-476E-9E33-1A1D0E399858}" srcOrd="0" destOrd="0" presId="urn:microsoft.com/office/officeart/2005/8/layout/hierarchy3"/>
    <dgm:cxn modelId="{CD23F99B-5BC6-4419-8671-95D11C30D04A}" type="presOf" srcId="{282F9CA2-68F9-43B5-906F-9C4DD0C999AE}" destId="{8F7B0084-D554-40D7-8F20-4954D51621F2}" srcOrd="1" destOrd="0" presId="urn:microsoft.com/office/officeart/2005/8/layout/hierarchy3"/>
    <dgm:cxn modelId="{E962AB9E-D842-4F69-AB3C-E925C22D6C9A}" type="presOf" srcId="{8390BF70-DB31-482E-8905-3CD95810FF5D}" destId="{6CCBAA6C-A56A-4023-A895-AC5D65CB0133}" srcOrd="0" destOrd="0" presId="urn:microsoft.com/office/officeart/2005/8/layout/hierarchy3"/>
    <dgm:cxn modelId="{A6817FAE-D2A0-47B2-BA2D-AF4EF1A0DA6B}" type="presOf" srcId="{FC8BD98E-B48A-4D82-B1E4-6E8C74FD51C3}" destId="{ED9E7F53-1117-4829-88B3-14A4CB9A6824}" srcOrd="0" destOrd="0" presId="urn:microsoft.com/office/officeart/2005/8/layout/hierarchy3"/>
    <dgm:cxn modelId="{A1EA7EB0-F781-4EBE-B825-C4EA8E6DAE5C}" type="presOf" srcId="{E5002CFE-A27E-4277-91EE-F6E71B85499B}" destId="{0A685C80-715F-49ED-96A9-2A5D4B6CA9B4}" srcOrd="0" destOrd="0" presId="urn:microsoft.com/office/officeart/2005/8/layout/hierarchy3"/>
    <dgm:cxn modelId="{BF8E91B5-15BE-4F3A-8189-3E518532D24E}" type="presOf" srcId="{2B7ABD69-3F8C-42C1-BB5B-FD04D1925E20}" destId="{4F133D81-3DE0-499C-9DF3-607601BA3F2D}" srcOrd="0" destOrd="0" presId="urn:microsoft.com/office/officeart/2005/8/layout/hierarchy3"/>
    <dgm:cxn modelId="{CC6D2CB6-3772-4182-8874-D1F2002270A8}" srcId="{D8E546D2-057E-4018-A13B-4C9BB6CB60EF}" destId="{E4BA3D9B-51A2-46B9-B615-4605C7A5E8C8}" srcOrd="0" destOrd="0" parTransId="{C930AE91-8645-455B-8591-279ABC44CEC5}" sibTransId="{8A8AB533-8CD3-416F-8414-E39ACC72E5D1}"/>
    <dgm:cxn modelId="{649FEEBD-350B-4CE5-A3B0-B2397EA7BD63}" srcId="{D8E546D2-057E-4018-A13B-4C9BB6CB60EF}" destId="{FC8BD98E-B48A-4D82-B1E4-6E8C74FD51C3}" srcOrd="1" destOrd="0" parTransId="{146905E0-E484-416F-B048-62A211A678CA}" sibTransId="{A127491E-47A2-4304-A77A-CE432631838B}"/>
    <dgm:cxn modelId="{89AECBC9-9CB0-4105-BF26-F95466227A9F}" srcId="{E5002CFE-A27E-4277-91EE-F6E71B85499B}" destId="{D8E546D2-057E-4018-A13B-4C9BB6CB60EF}" srcOrd="2" destOrd="0" parTransId="{C9945E32-E2A8-4747-A4D6-28AC44CD1C27}" sibTransId="{47B338E1-17A5-4AA4-955D-9DD8990F26FD}"/>
    <dgm:cxn modelId="{D6170CCC-DD91-485C-B2E0-99D162FD6FDD}" type="presOf" srcId="{0230559F-EA57-49D3-BD38-A11077E24158}" destId="{B0344573-3CD5-4DC0-B494-429B404D9046}" srcOrd="0" destOrd="0" presId="urn:microsoft.com/office/officeart/2005/8/layout/hierarchy3"/>
    <dgm:cxn modelId="{0B60A0D1-BCE8-4F82-9797-4A5365F08894}" type="presOf" srcId="{4E830EF3-1842-45BF-B7BD-3D9A450920FF}" destId="{8CEF5F61-E865-4080-9585-275CDC2065CC}" srcOrd="0" destOrd="0" presId="urn:microsoft.com/office/officeart/2005/8/layout/hierarchy3"/>
    <dgm:cxn modelId="{442864D4-4B55-4C56-BDE4-4C237752A329}" type="presOf" srcId="{D8E546D2-057E-4018-A13B-4C9BB6CB60EF}" destId="{B20F527C-6E86-44BE-902F-2BFCAD05510D}" srcOrd="1" destOrd="0" presId="urn:microsoft.com/office/officeart/2005/8/layout/hierarchy3"/>
    <dgm:cxn modelId="{4AFC17DB-1AA0-4FDC-A37B-7D35603F20BB}" type="presOf" srcId="{7FF0FEDB-4C13-48F9-BC92-F8F99F5ADFD0}" destId="{3E8064F6-B7E0-4345-B903-3DB90AB8FCDE}" srcOrd="0" destOrd="0" presId="urn:microsoft.com/office/officeart/2005/8/layout/hierarchy3"/>
    <dgm:cxn modelId="{9818D8E0-4259-4807-A720-6121404E2EA6}" type="presOf" srcId="{146905E0-E484-416F-B048-62A211A678CA}" destId="{882ED678-DA13-442F-A86B-4B0FC3BA80E0}" srcOrd="0" destOrd="0" presId="urn:microsoft.com/office/officeart/2005/8/layout/hierarchy3"/>
    <dgm:cxn modelId="{33E540E6-C676-4CF6-A906-418681E45FEE}" type="presOf" srcId="{9A0EF927-D962-4A00-A49D-5B5746C30E47}" destId="{F350D464-CE95-4F56-A461-DAC8C30FD116}" srcOrd="0" destOrd="0" presId="urn:microsoft.com/office/officeart/2005/8/layout/hierarchy3"/>
    <dgm:cxn modelId="{DC7BD2E8-E574-4463-8A17-A164EB6009C3}" srcId="{282F9CA2-68F9-43B5-906F-9C4DD0C999AE}" destId="{4E830EF3-1842-45BF-B7BD-3D9A450920FF}" srcOrd="1" destOrd="0" parTransId="{0230559F-EA57-49D3-BD38-A11077E24158}" sibTransId="{D0B43045-0F4E-40B7-AFA2-0F79E46CBC4F}"/>
    <dgm:cxn modelId="{83256BF4-EA1F-4C4F-A445-E9B7337CF0D9}" type="presOf" srcId="{B17EB829-74C7-42E6-9B9E-136832D58EC8}" destId="{BB4E0698-3843-4219-AEE6-33B9FB0A8768}" srcOrd="0" destOrd="0" presId="urn:microsoft.com/office/officeart/2005/8/layout/hierarchy3"/>
    <dgm:cxn modelId="{F875D5FC-25F3-4224-9584-CCECC6CB18AD}" srcId="{E5002CFE-A27E-4277-91EE-F6E71B85499B}" destId="{282F9CA2-68F9-43B5-906F-9C4DD0C999AE}" srcOrd="1" destOrd="0" parTransId="{4F89971F-E0F6-4223-8B00-839A316CC28B}" sibTransId="{02DF80F7-F1BC-48C7-82C5-84E9E99E59E7}"/>
    <dgm:cxn modelId="{65ABF1A5-6EFE-4499-85DD-A0C8EFB97B8C}" type="presParOf" srcId="{0A685C80-715F-49ED-96A9-2A5D4B6CA9B4}" destId="{4A906366-B88C-4816-98B5-193BCC40F06A}" srcOrd="0" destOrd="0" presId="urn:microsoft.com/office/officeart/2005/8/layout/hierarchy3"/>
    <dgm:cxn modelId="{3CC43DF6-43B8-4605-B100-6E68C1D5977C}" type="presParOf" srcId="{4A906366-B88C-4816-98B5-193BCC40F06A}" destId="{7CB445DE-85DC-4EA3-B295-A50F98AB528D}" srcOrd="0" destOrd="0" presId="urn:microsoft.com/office/officeart/2005/8/layout/hierarchy3"/>
    <dgm:cxn modelId="{02FDAD5A-C724-44E0-9194-C5F4D49B6B3E}" type="presParOf" srcId="{7CB445DE-85DC-4EA3-B295-A50F98AB528D}" destId="{9C39C106-B802-425C-9575-DD09528847F4}" srcOrd="0" destOrd="0" presId="urn:microsoft.com/office/officeart/2005/8/layout/hierarchy3"/>
    <dgm:cxn modelId="{188EA8D8-F3FD-4766-B8A9-18D8581931D4}" type="presParOf" srcId="{7CB445DE-85DC-4EA3-B295-A50F98AB528D}" destId="{C1A66048-C7E7-4980-8F2A-DC57B1010FB7}" srcOrd="1" destOrd="0" presId="urn:microsoft.com/office/officeart/2005/8/layout/hierarchy3"/>
    <dgm:cxn modelId="{6884C117-8EB2-48D3-A111-5A34942ECBF0}" type="presParOf" srcId="{4A906366-B88C-4816-98B5-193BCC40F06A}" destId="{00E2F8E4-F210-4032-93AC-518E57B7B711}" srcOrd="1" destOrd="0" presId="urn:microsoft.com/office/officeart/2005/8/layout/hierarchy3"/>
    <dgm:cxn modelId="{495273EF-A0B2-48DC-9D61-55D7F7EBECA6}" type="presParOf" srcId="{00E2F8E4-F210-4032-93AC-518E57B7B711}" destId="{4F133D81-3DE0-499C-9DF3-607601BA3F2D}" srcOrd="0" destOrd="0" presId="urn:microsoft.com/office/officeart/2005/8/layout/hierarchy3"/>
    <dgm:cxn modelId="{F4670E33-3863-4FA3-88D8-9D9EE9887F25}" type="presParOf" srcId="{00E2F8E4-F210-4032-93AC-518E57B7B711}" destId="{6CCBAA6C-A56A-4023-A895-AC5D65CB0133}" srcOrd="1" destOrd="0" presId="urn:microsoft.com/office/officeart/2005/8/layout/hierarchy3"/>
    <dgm:cxn modelId="{B4C2EF4E-4FC3-4AE7-B21A-E0EB0A950632}" type="presParOf" srcId="{00E2F8E4-F210-4032-93AC-518E57B7B711}" destId="{BB4E0698-3843-4219-AEE6-33B9FB0A8768}" srcOrd="2" destOrd="0" presId="urn:microsoft.com/office/officeart/2005/8/layout/hierarchy3"/>
    <dgm:cxn modelId="{7E80BBF3-3376-4DFA-8110-7BB8C499E997}" type="presParOf" srcId="{00E2F8E4-F210-4032-93AC-518E57B7B711}" destId="{F350D464-CE95-4F56-A461-DAC8C30FD116}" srcOrd="3" destOrd="0" presId="urn:microsoft.com/office/officeart/2005/8/layout/hierarchy3"/>
    <dgm:cxn modelId="{3219A2A0-224A-4B3F-9485-DDACF1F56262}" type="presParOf" srcId="{0A685C80-715F-49ED-96A9-2A5D4B6CA9B4}" destId="{98F1FE96-5F4D-4987-90F2-3D2B30871ABA}" srcOrd="1" destOrd="0" presId="urn:microsoft.com/office/officeart/2005/8/layout/hierarchy3"/>
    <dgm:cxn modelId="{38BBFCD8-5A01-4BE4-81E1-B7411DBC0664}" type="presParOf" srcId="{98F1FE96-5F4D-4987-90F2-3D2B30871ABA}" destId="{14B6C3DF-A712-416B-8B74-89D9EF9DAFA8}" srcOrd="0" destOrd="0" presId="urn:microsoft.com/office/officeart/2005/8/layout/hierarchy3"/>
    <dgm:cxn modelId="{F37232AE-8229-4368-B05F-9529930DF277}" type="presParOf" srcId="{14B6C3DF-A712-416B-8B74-89D9EF9DAFA8}" destId="{4441025B-814F-4955-B6BF-2CE5C05050E5}" srcOrd="0" destOrd="0" presId="urn:microsoft.com/office/officeart/2005/8/layout/hierarchy3"/>
    <dgm:cxn modelId="{4352B1F6-8311-4AEB-AAE4-5EB30FA96EFB}" type="presParOf" srcId="{14B6C3DF-A712-416B-8B74-89D9EF9DAFA8}" destId="{8F7B0084-D554-40D7-8F20-4954D51621F2}" srcOrd="1" destOrd="0" presId="urn:microsoft.com/office/officeart/2005/8/layout/hierarchy3"/>
    <dgm:cxn modelId="{BA371806-E598-4CC1-9D2E-50EAC7AF8203}" type="presParOf" srcId="{98F1FE96-5F4D-4987-90F2-3D2B30871ABA}" destId="{60139FC8-DC1E-46DC-A9ED-0D30B41EA30A}" srcOrd="1" destOrd="0" presId="urn:microsoft.com/office/officeart/2005/8/layout/hierarchy3"/>
    <dgm:cxn modelId="{09EFC8C2-B4FB-42AE-8EE3-62A8DAD3C415}" type="presParOf" srcId="{60139FC8-DC1E-46DC-A9ED-0D30B41EA30A}" destId="{015DFCF7-2A4E-40F7-9045-706619DBFBFF}" srcOrd="0" destOrd="0" presId="urn:microsoft.com/office/officeart/2005/8/layout/hierarchy3"/>
    <dgm:cxn modelId="{9A9BF0FE-8AE3-41FB-886F-7F2ACDC369D0}" type="presParOf" srcId="{60139FC8-DC1E-46DC-A9ED-0D30B41EA30A}" destId="{3E8064F6-B7E0-4345-B903-3DB90AB8FCDE}" srcOrd="1" destOrd="0" presId="urn:microsoft.com/office/officeart/2005/8/layout/hierarchy3"/>
    <dgm:cxn modelId="{78E335DF-28FC-43B6-A984-70787379ED40}" type="presParOf" srcId="{60139FC8-DC1E-46DC-A9ED-0D30B41EA30A}" destId="{B0344573-3CD5-4DC0-B494-429B404D9046}" srcOrd="2" destOrd="0" presId="urn:microsoft.com/office/officeart/2005/8/layout/hierarchy3"/>
    <dgm:cxn modelId="{A1092084-A2B2-4DA6-94B2-188C18BC3D19}" type="presParOf" srcId="{60139FC8-DC1E-46DC-A9ED-0D30B41EA30A}" destId="{8CEF5F61-E865-4080-9585-275CDC2065CC}" srcOrd="3" destOrd="0" presId="urn:microsoft.com/office/officeart/2005/8/layout/hierarchy3"/>
    <dgm:cxn modelId="{5A74008D-318A-404F-8D32-855475B4AA73}" type="presParOf" srcId="{60139FC8-DC1E-46DC-A9ED-0D30B41EA30A}" destId="{09D5452E-2F74-476E-9E33-1A1D0E399858}" srcOrd="4" destOrd="0" presId="urn:microsoft.com/office/officeart/2005/8/layout/hierarchy3"/>
    <dgm:cxn modelId="{EF1C65C1-A69C-4660-84B0-DB2D319E6D7D}" type="presParOf" srcId="{60139FC8-DC1E-46DC-A9ED-0D30B41EA30A}" destId="{195667DD-61E0-4F32-866F-C2CF62E1E2DF}" srcOrd="5" destOrd="0" presId="urn:microsoft.com/office/officeart/2005/8/layout/hierarchy3"/>
    <dgm:cxn modelId="{34707C88-7EFB-422E-99D1-E14E8A486021}" type="presParOf" srcId="{0A685C80-715F-49ED-96A9-2A5D4B6CA9B4}" destId="{11588949-4E42-42AD-8EE1-EE5BBE17B8C0}" srcOrd="2" destOrd="0" presId="urn:microsoft.com/office/officeart/2005/8/layout/hierarchy3"/>
    <dgm:cxn modelId="{A0570E3C-2F48-4E56-B651-AE4BCFA21D7B}" type="presParOf" srcId="{11588949-4E42-42AD-8EE1-EE5BBE17B8C0}" destId="{258246E1-1E9D-4115-8E75-BBED5F552A16}" srcOrd="0" destOrd="0" presId="urn:microsoft.com/office/officeart/2005/8/layout/hierarchy3"/>
    <dgm:cxn modelId="{C1C02CFC-9EAB-4A7D-AE6A-4F514B3F3EBA}" type="presParOf" srcId="{258246E1-1E9D-4115-8E75-BBED5F552A16}" destId="{AE18A7C5-2F4F-40C5-A911-631EFB958E79}" srcOrd="0" destOrd="0" presId="urn:microsoft.com/office/officeart/2005/8/layout/hierarchy3"/>
    <dgm:cxn modelId="{C514A39C-F28A-441D-B32F-289132039A38}" type="presParOf" srcId="{258246E1-1E9D-4115-8E75-BBED5F552A16}" destId="{B20F527C-6E86-44BE-902F-2BFCAD05510D}" srcOrd="1" destOrd="0" presId="urn:microsoft.com/office/officeart/2005/8/layout/hierarchy3"/>
    <dgm:cxn modelId="{5861A9F7-6F6F-4C38-B864-E7CAE505A3D7}" type="presParOf" srcId="{11588949-4E42-42AD-8EE1-EE5BBE17B8C0}" destId="{92745B58-084D-4F2D-82ED-CCC6D3B1DD1D}" srcOrd="1" destOrd="0" presId="urn:microsoft.com/office/officeart/2005/8/layout/hierarchy3"/>
    <dgm:cxn modelId="{EE644A79-6936-4A70-B8D1-F4762677603F}" type="presParOf" srcId="{92745B58-084D-4F2D-82ED-CCC6D3B1DD1D}" destId="{180972A1-EBF6-43A7-A6BA-875D3973AC95}" srcOrd="0" destOrd="0" presId="urn:microsoft.com/office/officeart/2005/8/layout/hierarchy3"/>
    <dgm:cxn modelId="{E6CA7C7C-5E61-4515-B473-6DBCD9E37EF9}" type="presParOf" srcId="{92745B58-084D-4F2D-82ED-CCC6D3B1DD1D}" destId="{09C6E62E-36A5-4E8E-81BD-B5FEF1E93B68}" srcOrd="1" destOrd="0" presId="urn:microsoft.com/office/officeart/2005/8/layout/hierarchy3"/>
    <dgm:cxn modelId="{3B69B19D-F937-4228-8F5E-9CFCCBCA6C0A}" type="presParOf" srcId="{92745B58-084D-4F2D-82ED-CCC6D3B1DD1D}" destId="{882ED678-DA13-442F-A86B-4B0FC3BA80E0}" srcOrd="2" destOrd="0" presId="urn:microsoft.com/office/officeart/2005/8/layout/hierarchy3"/>
    <dgm:cxn modelId="{144C42A3-0528-4990-9AB4-175C6C533610}" type="presParOf" srcId="{92745B58-084D-4F2D-82ED-CCC6D3B1DD1D}" destId="{ED9E7F53-1117-4829-88B3-14A4CB9A6824}" srcOrd="3"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2470D03-0688-4B46-9B83-0D1CC0033A84}" type="doc">
      <dgm:prSet loTypeId="urn:microsoft.com/office/officeart/2005/8/layout/default" loCatId="list" qsTypeId="urn:microsoft.com/office/officeart/2005/8/quickstyle/simple1" qsCatId="simple" csTypeId="urn:microsoft.com/office/officeart/2005/8/colors/colorful1" csCatId="colorful"/>
      <dgm:spPr/>
      <dgm:t>
        <a:bodyPr/>
        <a:lstStyle/>
        <a:p>
          <a:endParaRPr lang="en-US"/>
        </a:p>
      </dgm:t>
    </dgm:pt>
    <dgm:pt modelId="{06401C62-E6D9-4D05-9BD8-E0B0E35CFB4C}">
      <dgm:prSet/>
      <dgm:spPr/>
      <dgm:t>
        <a:bodyPr/>
        <a:lstStyle/>
        <a:p>
          <a:r>
            <a:rPr lang="en-IN" u="sng"/>
            <a:t>Challenges: </a:t>
          </a:r>
          <a:endParaRPr lang="en-US"/>
        </a:p>
      </dgm:t>
    </dgm:pt>
    <dgm:pt modelId="{4FB3FAEC-B5FD-4125-BC36-A8B40DF6763E}" type="parTrans" cxnId="{280C1071-3234-4709-9924-F3CC25497FC4}">
      <dgm:prSet/>
      <dgm:spPr/>
      <dgm:t>
        <a:bodyPr/>
        <a:lstStyle/>
        <a:p>
          <a:endParaRPr lang="en-US"/>
        </a:p>
      </dgm:t>
    </dgm:pt>
    <dgm:pt modelId="{14DE0835-8CF3-402F-89E9-31DD0B553C8A}" type="sibTrans" cxnId="{280C1071-3234-4709-9924-F3CC25497FC4}">
      <dgm:prSet/>
      <dgm:spPr/>
      <dgm:t>
        <a:bodyPr/>
        <a:lstStyle/>
        <a:p>
          <a:endParaRPr lang="en-US"/>
        </a:p>
      </dgm:t>
    </dgm:pt>
    <dgm:pt modelId="{D7BFB076-94B1-4884-9C85-3A164CCDDAAC}">
      <dgm:prSet/>
      <dgm:spPr/>
      <dgm:t>
        <a:bodyPr/>
        <a:lstStyle/>
        <a:p>
          <a:r>
            <a:rPr lang="en-IN"/>
            <a:t>False positives on names like “Apple” vs company</a:t>
          </a:r>
          <a:endParaRPr lang="en-US"/>
        </a:p>
      </dgm:t>
    </dgm:pt>
    <dgm:pt modelId="{3476DCDA-809A-4B50-87BB-DB7D25BFD956}" type="parTrans" cxnId="{F2B78830-631F-4EA2-80D0-033B966F7550}">
      <dgm:prSet/>
      <dgm:spPr/>
      <dgm:t>
        <a:bodyPr/>
        <a:lstStyle/>
        <a:p>
          <a:endParaRPr lang="en-US"/>
        </a:p>
      </dgm:t>
    </dgm:pt>
    <dgm:pt modelId="{3C83C13E-428B-4931-8C70-0EBE5D437790}" type="sibTrans" cxnId="{F2B78830-631F-4EA2-80D0-033B966F7550}">
      <dgm:prSet/>
      <dgm:spPr/>
      <dgm:t>
        <a:bodyPr/>
        <a:lstStyle/>
        <a:p>
          <a:endParaRPr lang="en-US"/>
        </a:p>
      </dgm:t>
    </dgm:pt>
    <dgm:pt modelId="{4017F0AD-240A-4DB1-9A8E-10211A683945}">
      <dgm:prSet/>
      <dgm:spPr/>
      <dgm:t>
        <a:bodyPr/>
        <a:lstStyle/>
        <a:p>
          <a:r>
            <a:rPr lang="en-IN"/>
            <a:t>Multilingual PII in Hindi, Telugu text</a:t>
          </a:r>
          <a:endParaRPr lang="en-US"/>
        </a:p>
      </dgm:t>
    </dgm:pt>
    <dgm:pt modelId="{FA882686-0C9E-4CDB-BC5A-CAC07293BD2A}" type="parTrans" cxnId="{902A0C4E-B85E-4A2C-A4A3-A36B00F55A4E}">
      <dgm:prSet/>
      <dgm:spPr/>
      <dgm:t>
        <a:bodyPr/>
        <a:lstStyle/>
        <a:p>
          <a:endParaRPr lang="en-US"/>
        </a:p>
      </dgm:t>
    </dgm:pt>
    <dgm:pt modelId="{848F2EF3-CAE2-42F0-B02B-72CD3E9366E5}" type="sibTrans" cxnId="{902A0C4E-B85E-4A2C-A4A3-A36B00F55A4E}">
      <dgm:prSet/>
      <dgm:spPr/>
      <dgm:t>
        <a:bodyPr/>
        <a:lstStyle/>
        <a:p>
          <a:endParaRPr lang="en-US"/>
        </a:p>
      </dgm:t>
    </dgm:pt>
    <dgm:pt modelId="{D7309737-3471-48FE-B43F-811C06F91EC7}">
      <dgm:prSet/>
      <dgm:spPr/>
      <dgm:t>
        <a:bodyPr/>
        <a:lstStyle/>
        <a:p>
          <a:r>
            <a:rPr lang="en-IN"/>
            <a:t>Context ambiguity in free-form text</a:t>
          </a:r>
          <a:endParaRPr lang="en-US"/>
        </a:p>
      </dgm:t>
    </dgm:pt>
    <dgm:pt modelId="{27B58C3D-C4F3-4913-AE3F-0DC1148A1876}" type="parTrans" cxnId="{612E62F1-6C50-479D-B511-AF5BC7CF46C4}">
      <dgm:prSet/>
      <dgm:spPr/>
      <dgm:t>
        <a:bodyPr/>
        <a:lstStyle/>
        <a:p>
          <a:endParaRPr lang="en-US"/>
        </a:p>
      </dgm:t>
    </dgm:pt>
    <dgm:pt modelId="{520B5696-E977-42F0-A9BC-42B03D85C938}" type="sibTrans" cxnId="{612E62F1-6C50-479D-B511-AF5BC7CF46C4}">
      <dgm:prSet/>
      <dgm:spPr/>
      <dgm:t>
        <a:bodyPr/>
        <a:lstStyle/>
        <a:p>
          <a:endParaRPr lang="en-US"/>
        </a:p>
      </dgm:t>
    </dgm:pt>
    <dgm:pt modelId="{D6EBFB1B-8600-42C7-9E74-C33FEDE636E8}">
      <dgm:prSet/>
      <dgm:spPr/>
      <dgm:t>
        <a:bodyPr/>
        <a:lstStyle/>
        <a:p>
          <a:r>
            <a:rPr lang="en-IN" u="sng" dirty="0"/>
            <a:t>Future Scope: </a:t>
          </a:r>
          <a:endParaRPr lang="en-US" u="sng" dirty="0"/>
        </a:p>
      </dgm:t>
    </dgm:pt>
    <dgm:pt modelId="{15C7980D-027F-4903-97E9-EB17AC624BB7}" type="parTrans" cxnId="{33610F5B-7A9A-4240-9603-A3C789AC2733}">
      <dgm:prSet/>
      <dgm:spPr/>
      <dgm:t>
        <a:bodyPr/>
        <a:lstStyle/>
        <a:p>
          <a:endParaRPr lang="en-US"/>
        </a:p>
      </dgm:t>
    </dgm:pt>
    <dgm:pt modelId="{C23F0166-DC6B-4181-8D7C-A34F54C1D63D}" type="sibTrans" cxnId="{33610F5B-7A9A-4240-9603-A3C789AC2733}">
      <dgm:prSet/>
      <dgm:spPr/>
      <dgm:t>
        <a:bodyPr/>
        <a:lstStyle/>
        <a:p>
          <a:endParaRPr lang="en-US"/>
        </a:p>
      </dgm:t>
    </dgm:pt>
    <dgm:pt modelId="{3DE3EF44-DBA3-4402-82A3-BE1B4E257AF0}">
      <dgm:prSet/>
      <dgm:spPr/>
      <dgm:t>
        <a:bodyPr/>
        <a:lstStyle/>
        <a:p>
          <a:r>
            <a:rPr lang="en-IN" dirty="0"/>
            <a:t>Fine-tune </a:t>
          </a:r>
          <a:r>
            <a:rPr lang="en-IN" dirty="0" err="1"/>
            <a:t>IndicBERT</a:t>
          </a:r>
          <a:r>
            <a:rPr lang="en-IN" dirty="0"/>
            <a:t> for Indian languages</a:t>
          </a:r>
          <a:endParaRPr lang="en-US" dirty="0"/>
        </a:p>
      </dgm:t>
    </dgm:pt>
    <dgm:pt modelId="{79A56C5D-F4A9-4C57-81CC-AA81F2825BDF}" type="parTrans" cxnId="{F89EF1BE-FDFE-403E-B5BF-18D9A90E2395}">
      <dgm:prSet/>
      <dgm:spPr/>
      <dgm:t>
        <a:bodyPr/>
        <a:lstStyle/>
        <a:p>
          <a:endParaRPr lang="en-US"/>
        </a:p>
      </dgm:t>
    </dgm:pt>
    <dgm:pt modelId="{22B8420F-77EF-45F0-AD34-36FB0F2CF459}" type="sibTrans" cxnId="{F89EF1BE-FDFE-403E-B5BF-18D9A90E2395}">
      <dgm:prSet/>
      <dgm:spPr/>
      <dgm:t>
        <a:bodyPr/>
        <a:lstStyle/>
        <a:p>
          <a:endParaRPr lang="en-US"/>
        </a:p>
      </dgm:t>
    </dgm:pt>
    <dgm:pt modelId="{273DBD4B-3EA3-41D2-839A-C92E2A5112CE}">
      <dgm:prSet/>
      <dgm:spPr/>
      <dgm:t>
        <a:bodyPr/>
        <a:lstStyle/>
        <a:p>
          <a:r>
            <a:rPr lang="en-IN"/>
            <a:t>Build web UI for non-technical users</a:t>
          </a:r>
          <a:endParaRPr lang="en-US"/>
        </a:p>
      </dgm:t>
    </dgm:pt>
    <dgm:pt modelId="{75CFEF5E-A5A8-4183-ABC6-CF8BE13897C8}" type="parTrans" cxnId="{768C3DA4-FC61-4F51-BCDA-6625EE991610}">
      <dgm:prSet/>
      <dgm:spPr/>
      <dgm:t>
        <a:bodyPr/>
        <a:lstStyle/>
        <a:p>
          <a:endParaRPr lang="en-US"/>
        </a:p>
      </dgm:t>
    </dgm:pt>
    <dgm:pt modelId="{9BF3E366-AD03-4EAC-848A-3BD341B228AC}" type="sibTrans" cxnId="{768C3DA4-FC61-4F51-BCDA-6625EE991610}">
      <dgm:prSet/>
      <dgm:spPr/>
      <dgm:t>
        <a:bodyPr/>
        <a:lstStyle/>
        <a:p>
          <a:endParaRPr lang="en-US"/>
        </a:p>
      </dgm:t>
    </dgm:pt>
    <dgm:pt modelId="{B9903B58-2DFF-4A2C-982C-F9FABAEB4C91}">
      <dgm:prSet/>
      <dgm:spPr/>
      <dgm:t>
        <a:bodyPr/>
        <a:lstStyle/>
        <a:p>
          <a:r>
            <a:rPr lang="en-IN"/>
            <a:t>Package as pip library and REST API for production use</a:t>
          </a:r>
          <a:endParaRPr lang="en-US"/>
        </a:p>
      </dgm:t>
    </dgm:pt>
    <dgm:pt modelId="{E5F71917-FCD5-4A32-8C52-64FE9626408B}" type="parTrans" cxnId="{256958AE-0B7D-4B40-93D0-1C4860CCF525}">
      <dgm:prSet/>
      <dgm:spPr/>
      <dgm:t>
        <a:bodyPr/>
        <a:lstStyle/>
        <a:p>
          <a:endParaRPr lang="en-US"/>
        </a:p>
      </dgm:t>
    </dgm:pt>
    <dgm:pt modelId="{3CAC310E-37D5-46E2-9B8E-DDB87316C34D}" type="sibTrans" cxnId="{256958AE-0B7D-4B40-93D0-1C4860CCF525}">
      <dgm:prSet/>
      <dgm:spPr/>
      <dgm:t>
        <a:bodyPr/>
        <a:lstStyle/>
        <a:p>
          <a:endParaRPr lang="en-US"/>
        </a:p>
      </dgm:t>
    </dgm:pt>
    <dgm:pt modelId="{9338C5AE-9964-43CE-BB65-8F1D40BE7D23}">
      <dgm:prSet/>
      <dgm:spPr/>
      <dgm:t>
        <a:bodyPr/>
        <a:lstStyle/>
        <a:p>
          <a:r>
            <a:rPr lang="en-IN"/>
            <a:t>Add audit logs for compliance reporting</a:t>
          </a:r>
          <a:endParaRPr lang="en-US"/>
        </a:p>
      </dgm:t>
    </dgm:pt>
    <dgm:pt modelId="{D6444827-4A11-4A6D-A367-6FC62EEFC482}" type="parTrans" cxnId="{84D37484-85F2-44D6-BB43-AC79760A8EEA}">
      <dgm:prSet/>
      <dgm:spPr/>
      <dgm:t>
        <a:bodyPr/>
        <a:lstStyle/>
        <a:p>
          <a:endParaRPr lang="en-US"/>
        </a:p>
      </dgm:t>
    </dgm:pt>
    <dgm:pt modelId="{6BDF6728-9D47-44BA-A7DA-9BB72249055F}" type="sibTrans" cxnId="{84D37484-85F2-44D6-BB43-AC79760A8EEA}">
      <dgm:prSet/>
      <dgm:spPr/>
      <dgm:t>
        <a:bodyPr/>
        <a:lstStyle/>
        <a:p>
          <a:endParaRPr lang="en-US"/>
        </a:p>
      </dgm:t>
    </dgm:pt>
    <dgm:pt modelId="{933F1AA1-9DBC-4D93-AE79-9549966A0FB0}" type="pres">
      <dgm:prSet presAssocID="{D2470D03-0688-4B46-9B83-0D1CC0033A84}" presName="diagram" presStyleCnt="0">
        <dgm:presLayoutVars>
          <dgm:dir/>
          <dgm:resizeHandles val="exact"/>
        </dgm:presLayoutVars>
      </dgm:prSet>
      <dgm:spPr/>
    </dgm:pt>
    <dgm:pt modelId="{5450BC15-DDB9-46B7-8F31-1B389482E451}" type="pres">
      <dgm:prSet presAssocID="{06401C62-E6D9-4D05-9BD8-E0B0E35CFB4C}" presName="node" presStyleLbl="node1" presStyleIdx="0" presStyleCnt="2">
        <dgm:presLayoutVars>
          <dgm:bulletEnabled val="1"/>
        </dgm:presLayoutVars>
      </dgm:prSet>
      <dgm:spPr/>
    </dgm:pt>
    <dgm:pt modelId="{79E1A7ED-C8F5-46CE-AE4C-E7AEB19927E9}" type="pres">
      <dgm:prSet presAssocID="{14DE0835-8CF3-402F-89E9-31DD0B553C8A}" presName="sibTrans" presStyleCnt="0"/>
      <dgm:spPr/>
    </dgm:pt>
    <dgm:pt modelId="{87525811-D774-4525-8289-1A74F7D5F8AA}" type="pres">
      <dgm:prSet presAssocID="{D6EBFB1B-8600-42C7-9E74-C33FEDE636E8}" presName="node" presStyleLbl="node1" presStyleIdx="1" presStyleCnt="2">
        <dgm:presLayoutVars>
          <dgm:bulletEnabled val="1"/>
        </dgm:presLayoutVars>
      </dgm:prSet>
      <dgm:spPr/>
    </dgm:pt>
  </dgm:ptLst>
  <dgm:cxnLst>
    <dgm:cxn modelId="{A15B8908-21C0-4D4C-8F8D-7A2B7767B48D}" type="presOf" srcId="{D2470D03-0688-4B46-9B83-0D1CC0033A84}" destId="{933F1AA1-9DBC-4D93-AE79-9549966A0FB0}" srcOrd="0" destOrd="0" presId="urn:microsoft.com/office/officeart/2005/8/layout/default"/>
    <dgm:cxn modelId="{B556562B-DF77-455B-A325-A2BDF124388F}" type="presOf" srcId="{273DBD4B-3EA3-41D2-839A-C92E2A5112CE}" destId="{87525811-D774-4525-8289-1A74F7D5F8AA}" srcOrd="0" destOrd="2" presId="urn:microsoft.com/office/officeart/2005/8/layout/default"/>
    <dgm:cxn modelId="{94EDB92D-8496-42D2-B5A7-7EAAAB0911E9}" type="presOf" srcId="{B9903B58-2DFF-4A2C-982C-F9FABAEB4C91}" destId="{87525811-D774-4525-8289-1A74F7D5F8AA}" srcOrd="0" destOrd="3" presId="urn:microsoft.com/office/officeart/2005/8/layout/default"/>
    <dgm:cxn modelId="{F2B78830-631F-4EA2-80D0-033B966F7550}" srcId="{06401C62-E6D9-4D05-9BD8-E0B0E35CFB4C}" destId="{D7BFB076-94B1-4884-9C85-3A164CCDDAAC}" srcOrd="0" destOrd="0" parTransId="{3476DCDA-809A-4B50-87BB-DB7D25BFD956}" sibTransId="{3C83C13E-428B-4931-8C70-0EBE5D437790}"/>
    <dgm:cxn modelId="{F067CB38-DD2B-4B41-B6F3-18D43BF5A7F7}" type="presOf" srcId="{9338C5AE-9964-43CE-BB65-8F1D40BE7D23}" destId="{87525811-D774-4525-8289-1A74F7D5F8AA}" srcOrd="0" destOrd="4" presId="urn:microsoft.com/office/officeart/2005/8/layout/default"/>
    <dgm:cxn modelId="{14250D3F-413F-4828-A778-0D664DE458DE}" type="presOf" srcId="{4017F0AD-240A-4DB1-9A8E-10211A683945}" destId="{5450BC15-DDB9-46B7-8F31-1B389482E451}" srcOrd="0" destOrd="2" presId="urn:microsoft.com/office/officeart/2005/8/layout/default"/>
    <dgm:cxn modelId="{33610F5B-7A9A-4240-9603-A3C789AC2733}" srcId="{D2470D03-0688-4B46-9B83-0D1CC0033A84}" destId="{D6EBFB1B-8600-42C7-9E74-C33FEDE636E8}" srcOrd="1" destOrd="0" parTransId="{15C7980D-027F-4903-97E9-EB17AC624BB7}" sibTransId="{C23F0166-DC6B-4181-8D7C-A34F54C1D63D}"/>
    <dgm:cxn modelId="{78518347-7834-41C5-9777-352A8AC1B76C}" type="presOf" srcId="{06401C62-E6D9-4D05-9BD8-E0B0E35CFB4C}" destId="{5450BC15-DDB9-46B7-8F31-1B389482E451}" srcOrd="0" destOrd="0" presId="urn:microsoft.com/office/officeart/2005/8/layout/default"/>
    <dgm:cxn modelId="{D0D2C169-6D3E-4C21-AA20-AB8EEB98E123}" type="presOf" srcId="{D7BFB076-94B1-4884-9C85-3A164CCDDAAC}" destId="{5450BC15-DDB9-46B7-8F31-1B389482E451}" srcOrd="0" destOrd="1" presId="urn:microsoft.com/office/officeart/2005/8/layout/default"/>
    <dgm:cxn modelId="{902A0C4E-B85E-4A2C-A4A3-A36B00F55A4E}" srcId="{06401C62-E6D9-4D05-9BD8-E0B0E35CFB4C}" destId="{4017F0AD-240A-4DB1-9A8E-10211A683945}" srcOrd="1" destOrd="0" parTransId="{FA882686-0C9E-4CDB-BC5A-CAC07293BD2A}" sibTransId="{848F2EF3-CAE2-42F0-B02B-72CD3E9366E5}"/>
    <dgm:cxn modelId="{280C1071-3234-4709-9924-F3CC25497FC4}" srcId="{D2470D03-0688-4B46-9B83-0D1CC0033A84}" destId="{06401C62-E6D9-4D05-9BD8-E0B0E35CFB4C}" srcOrd="0" destOrd="0" parTransId="{4FB3FAEC-B5FD-4125-BC36-A8B40DF6763E}" sibTransId="{14DE0835-8CF3-402F-89E9-31DD0B553C8A}"/>
    <dgm:cxn modelId="{6B091C55-89C7-4004-86E4-235491E82C6A}" type="presOf" srcId="{D6EBFB1B-8600-42C7-9E74-C33FEDE636E8}" destId="{87525811-D774-4525-8289-1A74F7D5F8AA}" srcOrd="0" destOrd="0" presId="urn:microsoft.com/office/officeart/2005/8/layout/default"/>
    <dgm:cxn modelId="{84D37484-85F2-44D6-BB43-AC79760A8EEA}" srcId="{D6EBFB1B-8600-42C7-9E74-C33FEDE636E8}" destId="{9338C5AE-9964-43CE-BB65-8F1D40BE7D23}" srcOrd="3" destOrd="0" parTransId="{D6444827-4A11-4A6D-A367-6FC62EEFC482}" sibTransId="{6BDF6728-9D47-44BA-A7DA-9BB72249055F}"/>
    <dgm:cxn modelId="{85FF899A-866A-4BF2-B1FC-491FCD92F6B8}" type="presOf" srcId="{D7309737-3471-48FE-B43F-811C06F91EC7}" destId="{5450BC15-DDB9-46B7-8F31-1B389482E451}" srcOrd="0" destOrd="3" presId="urn:microsoft.com/office/officeart/2005/8/layout/default"/>
    <dgm:cxn modelId="{768C3DA4-FC61-4F51-BCDA-6625EE991610}" srcId="{D6EBFB1B-8600-42C7-9E74-C33FEDE636E8}" destId="{273DBD4B-3EA3-41D2-839A-C92E2A5112CE}" srcOrd="1" destOrd="0" parTransId="{75CFEF5E-A5A8-4183-ABC6-CF8BE13897C8}" sibTransId="{9BF3E366-AD03-4EAC-848A-3BD341B228AC}"/>
    <dgm:cxn modelId="{256958AE-0B7D-4B40-93D0-1C4860CCF525}" srcId="{D6EBFB1B-8600-42C7-9E74-C33FEDE636E8}" destId="{B9903B58-2DFF-4A2C-982C-F9FABAEB4C91}" srcOrd="2" destOrd="0" parTransId="{E5F71917-FCD5-4A32-8C52-64FE9626408B}" sibTransId="{3CAC310E-37D5-46E2-9B8E-DDB87316C34D}"/>
    <dgm:cxn modelId="{F89EF1BE-FDFE-403E-B5BF-18D9A90E2395}" srcId="{D6EBFB1B-8600-42C7-9E74-C33FEDE636E8}" destId="{3DE3EF44-DBA3-4402-82A3-BE1B4E257AF0}" srcOrd="0" destOrd="0" parTransId="{79A56C5D-F4A9-4C57-81CC-AA81F2825BDF}" sibTransId="{22B8420F-77EF-45F0-AD34-36FB0F2CF459}"/>
    <dgm:cxn modelId="{31CC55C0-0E52-4D92-9282-6031DA64CFA8}" type="presOf" srcId="{3DE3EF44-DBA3-4402-82A3-BE1B4E257AF0}" destId="{87525811-D774-4525-8289-1A74F7D5F8AA}" srcOrd="0" destOrd="1" presId="urn:microsoft.com/office/officeart/2005/8/layout/default"/>
    <dgm:cxn modelId="{612E62F1-6C50-479D-B511-AF5BC7CF46C4}" srcId="{06401C62-E6D9-4D05-9BD8-E0B0E35CFB4C}" destId="{D7309737-3471-48FE-B43F-811C06F91EC7}" srcOrd="2" destOrd="0" parTransId="{27B58C3D-C4F3-4913-AE3F-0DC1148A1876}" sibTransId="{520B5696-E977-42F0-A9BC-42B03D85C938}"/>
    <dgm:cxn modelId="{954D7653-1847-4051-9A2E-83B76A4118F2}" type="presParOf" srcId="{933F1AA1-9DBC-4D93-AE79-9549966A0FB0}" destId="{5450BC15-DDB9-46B7-8F31-1B389482E451}" srcOrd="0" destOrd="0" presId="urn:microsoft.com/office/officeart/2005/8/layout/default"/>
    <dgm:cxn modelId="{FD068F4A-4C93-4C0E-9F38-248948320D21}" type="presParOf" srcId="{933F1AA1-9DBC-4D93-AE79-9549966A0FB0}" destId="{79E1A7ED-C8F5-46CE-AE4C-E7AEB19927E9}" srcOrd="1" destOrd="0" presId="urn:microsoft.com/office/officeart/2005/8/layout/default"/>
    <dgm:cxn modelId="{20A5F543-8438-453B-8877-FFB88371ACA9}" type="presParOf" srcId="{933F1AA1-9DBC-4D93-AE79-9549966A0FB0}" destId="{87525811-D774-4525-8289-1A74F7D5F8AA}" srcOrd="2"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7141679-D7C7-4E83-B8A7-139B7C063EDE}">
      <dsp:nvSpPr>
        <dsp:cNvPr id="0" name=""/>
        <dsp:cNvSpPr/>
      </dsp:nvSpPr>
      <dsp:spPr>
        <a:xfrm>
          <a:off x="0" y="83732"/>
          <a:ext cx="8596668" cy="53820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a:t>Upload Dataset</a:t>
          </a:r>
          <a:endParaRPr lang="en-IN" sz="2300" kern="1200"/>
        </a:p>
      </dsp:txBody>
      <dsp:txXfrm>
        <a:off x="26273" y="110005"/>
        <a:ext cx="8544122" cy="485654"/>
      </dsp:txXfrm>
    </dsp:sp>
    <dsp:sp modelId="{B9355204-25BB-4DFC-AD4D-80D19657BCFC}">
      <dsp:nvSpPr>
        <dsp:cNvPr id="0" name=""/>
        <dsp:cNvSpPr/>
      </dsp:nvSpPr>
      <dsp:spPr>
        <a:xfrm>
          <a:off x="0" y="688172"/>
          <a:ext cx="8596668" cy="53820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a:t>Read CSV/JSON</a:t>
          </a:r>
          <a:endParaRPr lang="en-IN" sz="2300" kern="1200"/>
        </a:p>
      </dsp:txBody>
      <dsp:txXfrm>
        <a:off x="26273" y="714445"/>
        <a:ext cx="8544122" cy="485654"/>
      </dsp:txXfrm>
    </dsp:sp>
    <dsp:sp modelId="{07C938BB-D34C-439F-8908-3B50F02AC155}">
      <dsp:nvSpPr>
        <dsp:cNvPr id="0" name=""/>
        <dsp:cNvSpPr/>
      </dsp:nvSpPr>
      <dsp:spPr>
        <a:xfrm>
          <a:off x="0" y="1292612"/>
          <a:ext cx="8596668" cy="53820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a:t>PII Detection</a:t>
          </a:r>
          <a:endParaRPr lang="en-IN" sz="2300" kern="1200"/>
        </a:p>
      </dsp:txBody>
      <dsp:txXfrm>
        <a:off x="26273" y="1318885"/>
        <a:ext cx="8544122" cy="485654"/>
      </dsp:txXfrm>
    </dsp:sp>
    <dsp:sp modelId="{081C519B-4616-4FA0-86A1-5561D8D88438}">
      <dsp:nvSpPr>
        <dsp:cNvPr id="0" name=""/>
        <dsp:cNvSpPr/>
      </dsp:nvSpPr>
      <dsp:spPr>
        <a:xfrm>
          <a:off x="0" y="1897052"/>
          <a:ext cx="8596668" cy="53820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a:t>Classification</a:t>
          </a:r>
          <a:endParaRPr lang="en-IN" sz="2300" kern="1200"/>
        </a:p>
      </dsp:txBody>
      <dsp:txXfrm>
        <a:off x="26273" y="1923325"/>
        <a:ext cx="8544122" cy="485654"/>
      </dsp:txXfrm>
    </dsp:sp>
    <dsp:sp modelId="{9F60012D-16E5-41D8-9CD5-4C9E7C56F193}">
      <dsp:nvSpPr>
        <dsp:cNvPr id="0" name=""/>
        <dsp:cNvSpPr/>
      </dsp:nvSpPr>
      <dsp:spPr>
        <a:xfrm>
          <a:off x="0" y="2501492"/>
          <a:ext cx="8596668" cy="53820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a:t>Data Masking</a:t>
          </a:r>
          <a:endParaRPr lang="en-IN" sz="2300" kern="1200"/>
        </a:p>
      </dsp:txBody>
      <dsp:txXfrm>
        <a:off x="26273" y="2527765"/>
        <a:ext cx="8544122" cy="485654"/>
      </dsp:txXfrm>
    </dsp:sp>
    <dsp:sp modelId="{522EAB80-21C4-4F23-A7BD-9F4CF23F3E0A}">
      <dsp:nvSpPr>
        <dsp:cNvPr id="0" name=""/>
        <dsp:cNvSpPr/>
      </dsp:nvSpPr>
      <dsp:spPr>
        <a:xfrm>
          <a:off x="0" y="3105932"/>
          <a:ext cx="8596668" cy="53820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a:t>Report Generation</a:t>
          </a:r>
          <a:endParaRPr lang="en-IN" sz="2300" kern="1200"/>
        </a:p>
      </dsp:txBody>
      <dsp:txXfrm>
        <a:off x="26273" y="3132205"/>
        <a:ext cx="8544122" cy="485654"/>
      </dsp:txXfrm>
    </dsp:sp>
    <dsp:sp modelId="{252E87EC-42C8-4BA1-857C-D86FC5DD007D}">
      <dsp:nvSpPr>
        <dsp:cNvPr id="0" name=""/>
        <dsp:cNvSpPr/>
      </dsp:nvSpPr>
      <dsp:spPr>
        <a:xfrm>
          <a:off x="0" y="3710372"/>
          <a:ext cx="8596668" cy="53820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a:t>Download Output</a:t>
          </a:r>
          <a:endParaRPr lang="en-IN" sz="2300" kern="1200"/>
        </a:p>
      </dsp:txBody>
      <dsp:txXfrm>
        <a:off x="26273" y="3736645"/>
        <a:ext cx="8544122" cy="48565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C39C106-B802-425C-9575-DD09528847F4}">
      <dsp:nvSpPr>
        <dsp:cNvPr id="0" name=""/>
        <dsp:cNvSpPr/>
      </dsp:nvSpPr>
      <dsp:spPr>
        <a:xfrm>
          <a:off x="3069895" y="254494"/>
          <a:ext cx="2455489" cy="1227744"/>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48260" rIns="72390" bIns="48260" numCol="1" spcCol="1270" anchor="ctr" anchorCtr="0">
          <a:noAutofit/>
        </a:bodyPr>
        <a:lstStyle/>
        <a:p>
          <a:pPr marL="0" lvl="0" indent="0" algn="ctr" defTabSz="1689100">
            <a:lnSpc>
              <a:spcPct val="90000"/>
            </a:lnSpc>
            <a:spcBef>
              <a:spcPct val="0"/>
            </a:spcBef>
            <a:spcAft>
              <a:spcPct val="35000"/>
            </a:spcAft>
            <a:buNone/>
          </a:pPr>
          <a:r>
            <a:rPr lang="en-IN" sz="3800" kern="1200" dirty="0"/>
            <a:t>Backend</a:t>
          </a:r>
        </a:p>
      </dsp:txBody>
      <dsp:txXfrm>
        <a:off x="3105854" y="290453"/>
        <a:ext cx="2383571" cy="1155826"/>
      </dsp:txXfrm>
    </dsp:sp>
    <dsp:sp modelId="{4F133D81-3DE0-499C-9DF3-607601BA3F2D}">
      <dsp:nvSpPr>
        <dsp:cNvPr id="0" name=""/>
        <dsp:cNvSpPr/>
      </dsp:nvSpPr>
      <dsp:spPr>
        <a:xfrm>
          <a:off x="3315444" y="1482239"/>
          <a:ext cx="583036" cy="1129218"/>
        </a:xfrm>
        <a:custGeom>
          <a:avLst/>
          <a:gdLst/>
          <a:ahLst/>
          <a:cxnLst/>
          <a:rect l="0" t="0" r="0" b="0"/>
          <a:pathLst>
            <a:path>
              <a:moveTo>
                <a:pt x="0" y="0"/>
              </a:moveTo>
              <a:lnTo>
                <a:pt x="0" y="1129218"/>
              </a:lnTo>
              <a:lnTo>
                <a:pt x="583036" y="1129218"/>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CCBAA6C-A56A-4023-A895-AC5D65CB0133}">
      <dsp:nvSpPr>
        <dsp:cNvPr id="0" name=""/>
        <dsp:cNvSpPr/>
      </dsp:nvSpPr>
      <dsp:spPr>
        <a:xfrm>
          <a:off x="3898480" y="1997585"/>
          <a:ext cx="1964391" cy="1227744"/>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1435" tIns="34290" rIns="51435" bIns="34290" numCol="1" spcCol="1270" anchor="ctr" anchorCtr="0">
          <a:noAutofit/>
        </a:bodyPr>
        <a:lstStyle/>
        <a:p>
          <a:pPr marL="0" lvl="0" indent="0" algn="ctr" defTabSz="1200150">
            <a:lnSpc>
              <a:spcPct val="90000"/>
            </a:lnSpc>
            <a:spcBef>
              <a:spcPct val="0"/>
            </a:spcBef>
            <a:spcAft>
              <a:spcPct val="35000"/>
            </a:spcAft>
            <a:buNone/>
          </a:pPr>
          <a:r>
            <a:rPr lang="en-IN" sz="2700" kern="1200" dirty="0"/>
            <a:t>Python</a:t>
          </a:r>
        </a:p>
      </dsp:txBody>
      <dsp:txXfrm>
        <a:off x="3934439" y="2033544"/>
        <a:ext cx="1892473" cy="1155826"/>
      </dsp:txXfrm>
    </dsp:sp>
    <dsp:sp modelId="{BB4E0698-3843-4219-AEE6-33B9FB0A8768}">
      <dsp:nvSpPr>
        <dsp:cNvPr id="0" name=""/>
        <dsp:cNvSpPr/>
      </dsp:nvSpPr>
      <dsp:spPr>
        <a:xfrm>
          <a:off x="3315444" y="1482239"/>
          <a:ext cx="584607" cy="2624975"/>
        </a:xfrm>
        <a:custGeom>
          <a:avLst/>
          <a:gdLst/>
          <a:ahLst/>
          <a:cxnLst/>
          <a:rect l="0" t="0" r="0" b="0"/>
          <a:pathLst>
            <a:path>
              <a:moveTo>
                <a:pt x="0" y="0"/>
              </a:moveTo>
              <a:lnTo>
                <a:pt x="0" y="2624975"/>
              </a:lnTo>
              <a:lnTo>
                <a:pt x="584607" y="2624975"/>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350D464-CE95-4F56-A461-DAC8C30FD116}">
      <dsp:nvSpPr>
        <dsp:cNvPr id="0" name=""/>
        <dsp:cNvSpPr/>
      </dsp:nvSpPr>
      <dsp:spPr>
        <a:xfrm>
          <a:off x="3900052" y="3493342"/>
          <a:ext cx="1964391" cy="1227744"/>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1435" tIns="34290" rIns="51435" bIns="34290" numCol="1" spcCol="1270" anchor="ctr" anchorCtr="0">
          <a:noAutofit/>
        </a:bodyPr>
        <a:lstStyle/>
        <a:p>
          <a:pPr marL="0" lvl="0" indent="0" algn="ctr" defTabSz="1200150">
            <a:lnSpc>
              <a:spcPct val="90000"/>
            </a:lnSpc>
            <a:spcBef>
              <a:spcPct val="0"/>
            </a:spcBef>
            <a:spcAft>
              <a:spcPct val="35000"/>
            </a:spcAft>
            <a:buNone/>
          </a:pPr>
          <a:r>
            <a:rPr lang="en-IN" sz="2700" kern="1200" dirty="0"/>
            <a:t>Flask</a:t>
          </a:r>
        </a:p>
      </dsp:txBody>
      <dsp:txXfrm>
        <a:off x="3936011" y="3529301"/>
        <a:ext cx="1892473" cy="1155826"/>
      </dsp:txXfrm>
    </dsp:sp>
    <dsp:sp modelId="{4441025B-814F-4955-B6BF-2CE5C05050E5}">
      <dsp:nvSpPr>
        <dsp:cNvPr id="0" name=""/>
        <dsp:cNvSpPr/>
      </dsp:nvSpPr>
      <dsp:spPr>
        <a:xfrm>
          <a:off x="0" y="239540"/>
          <a:ext cx="2455489" cy="1227744"/>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48260" rIns="72390" bIns="48260" numCol="1" spcCol="1270" anchor="ctr" anchorCtr="0">
          <a:noAutofit/>
        </a:bodyPr>
        <a:lstStyle/>
        <a:p>
          <a:pPr marL="0" lvl="0" indent="0" algn="ctr" defTabSz="1689100">
            <a:lnSpc>
              <a:spcPct val="90000"/>
            </a:lnSpc>
            <a:spcBef>
              <a:spcPct val="0"/>
            </a:spcBef>
            <a:spcAft>
              <a:spcPct val="35000"/>
            </a:spcAft>
            <a:buNone/>
          </a:pPr>
          <a:r>
            <a:rPr lang="en-IN" sz="3800" kern="1200" dirty="0"/>
            <a:t>Frontend</a:t>
          </a:r>
        </a:p>
      </dsp:txBody>
      <dsp:txXfrm>
        <a:off x="35959" y="275499"/>
        <a:ext cx="2383571" cy="1155826"/>
      </dsp:txXfrm>
    </dsp:sp>
    <dsp:sp modelId="{015DFCF7-2A4E-40F7-9045-706619DBFBFF}">
      <dsp:nvSpPr>
        <dsp:cNvPr id="0" name=""/>
        <dsp:cNvSpPr/>
      </dsp:nvSpPr>
      <dsp:spPr>
        <a:xfrm>
          <a:off x="245548" y="1467285"/>
          <a:ext cx="436024" cy="766450"/>
        </a:xfrm>
        <a:custGeom>
          <a:avLst/>
          <a:gdLst/>
          <a:ahLst/>
          <a:cxnLst/>
          <a:rect l="0" t="0" r="0" b="0"/>
          <a:pathLst>
            <a:path>
              <a:moveTo>
                <a:pt x="0" y="0"/>
              </a:moveTo>
              <a:lnTo>
                <a:pt x="0" y="766450"/>
              </a:lnTo>
              <a:lnTo>
                <a:pt x="436024" y="766450"/>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E8064F6-B7E0-4345-B903-3DB90AB8FCDE}">
      <dsp:nvSpPr>
        <dsp:cNvPr id="0" name=""/>
        <dsp:cNvSpPr/>
      </dsp:nvSpPr>
      <dsp:spPr>
        <a:xfrm>
          <a:off x="681573" y="1903773"/>
          <a:ext cx="1584969" cy="659925"/>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1435" tIns="34290" rIns="51435" bIns="34290" numCol="1" spcCol="1270" anchor="ctr" anchorCtr="0">
          <a:noAutofit/>
        </a:bodyPr>
        <a:lstStyle/>
        <a:p>
          <a:pPr marL="0" lvl="0" indent="0" algn="ctr" defTabSz="1200150">
            <a:lnSpc>
              <a:spcPct val="90000"/>
            </a:lnSpc>
            <a:spcBef>
              <a:spcPct val="0"/>
            </a:spcBef>
            <a:spcAft>
              <a:spcPct val="35000"/>
            </a:spcAft>
            <a:buNone/>
          </a:pPr>
          <a:r>
            <a:rPr lang="en-IN" sz="2700" kern="1200" dirty="0"/>
            <a:t>HTML</a:t>
          </a:r>
        </a:p>
      </dsp:txBody>
      <dsp:txXfrm>
        <a:off x="700902" y="1923102"/>
        <a:ext cx="1546311" cy="621267"/>
      </dsp:txXfrm>
    </dsp:sp>
    <dsp:sp modelId="{B0344573-3CD5-4DC0-B494-429B404D9046}">
      <dsp:nvSpPr>
        <dsp:cNvPr id="0" name=""/>
        <dsp:cNvSpPr/>
      </dsp:nvSpPr>
      <dsp:spPr>
        <a:xfrm>
          <a:off x="245548" y="1467285"/>
          <a:ext cx="425574" cy="1818351"/>
        </a:xfrm>
        <a:custGeom>
          <a:avLst/>
          <a:gdLst/>
          <a:ahLst/>
          <a:cxnLst/>
          <a:rect l="0" t="0" r="0" b="0"/>
          <a:pathLst>
            <a:path>
              <a:moveTo>
                <a:pt x="0" y="0"/>
              </a:moveTo>
              <a:lnTo>
                <a:pt x="0" y="1818351"/>
              </a:lnTo>
              <a:lnTo>
                <a:pt x="425574" y="1818351"/>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CEF5F61-E865-4080-9585-275CDC2065CC}">
      <dsp:nvSpPr>
        <dsp:cNvPr id="0" name=""/>
        <dsp:cNvSpPr/>
      </dsp:nvSpPr>
      <dsp:spPr>
        <a:xfrm>
          <a:off x="671122" y="2872439"/>
          <a:ext cx="1645335" cy="826394"/>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1435" tIns="34290" rIns="51435" bIns="34290" numCol="1" spcCol="1270" anchor="ctr" anchorCtr="0">
          <a:noAutofit/>
        </a:bodyPr>
        <a:lstStyle/>
        <a:p>
          <a:pPr marL="0" lvl="0" indent="0" algn="ctr" defTabSz="1200150">
            <a:lnSpc>
              <a:spcPct val="90000"/>
            </a:lnSpc>
            <a:spcBef>
              <a:spcPct val="0"/>
            </a:spcBef>
            <a:spcAft>
              <a:spcPct val="35000"/>
            </a:spcAft>
            <a:buNone/>
          </a:pPr>
          <a:r>
            <a:rPr lang="en-IN" sz="2700" kern="1200" dirty="0"/>
            <a:t>CSS</a:t>
          </a:r>
        </a:p>
      </dsp:txBody>
      <dsp:txXfrm>
        <a:off x="695326" y="2896643"/>
        <a:ext cx="1596927" cy="777986"/>
      </dsp:txXfrm>
    </dsp:sp>
    <dsp:sp modelId="{09D5452E-2F74-476E-9E33-1A1D0E399858}">
      <dsp:nvSpPr>
        <dsp:cNvPr id="0" name=""/>
        <dsp:cNvSpPr/>
      </dsp:nvSpPr>
      <dsp:spPr>
        <a:xfrm>
          <a:off x="245548" y="1467285"/>
          <a:ext cx="368036" cy="2803434"/>
        </a:xfrm>
        <a:custGeom>
          <a:avLst/>
          <a:gdLst/>
          <a:ahLst/>
          <a:cxnLst/>
          <a:rect l="0" t="0" r="0" b="0"/>
          <a:pathLst>
            <a:path>
              <a:moveTo>
                <a:pt x="0" y="0"/>
              </a:moveTo>
              <a:lnTo>
                <a:pt x="0" y="2803434"/>
              </a:lnTo>
              <a:lnTo>
                <a:pt x="368036" y="2803434"/>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95667DD-61E0-4F32-866F-C2CF62E1E2DF}">
      <dsp:nvSpPr>
        <dsp:cNvPr id="0" name=""/>
        <dsp:cNvSpPr/>
      </dsp:nvSpPr>
      <dsp:spPr>
        <a:xfrm>
          <a:off x="613585" y="3820352"/>
          <a:ext cx="1747424" cy="900734"/>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1435" tIns="34290" rIns="51435" bIns="34290" numCol="1" spcCol="1270" anchor="ctr" anchorCtr="0">
          <a:noAutofit/>
        </a:bodyPr>
        <a:lstStyle/>
        <a:p>
          <a:pPr marL="0" lvl="0" indent="0" algn="ctr" defTabSz="1200150">
            <a:lnSpc>
              <a:spcPct val="90000"/>
            </a:lnSpc>
            <a:spcBef>
              <a:spcPct val="0"/>
            </a:spcBef>
            <a:spcAft>
              <a:spcPct val="35000"/>
            </a:spcAft>
            <a:buNone/>
          </a:pPr>
          <a:r>
            <a:rPr lang="en-IN" sz="2700" kern="1200" dirty="0"/>
            <a:t>JavaScript</a:t>
          </a:r>
        </a:p>
      </dsp:txBody>
      <dsp:txXfrm>
        <a:off x="639967" y="3846734"/>
        <a:ext cx="1694660" cy="847970"/>
      </dsp:txXfrm>
    </dsp:sp>
    <dsp:sp modelId="{AE18A7C5-2F4F-40C5-A911-631EFB958E79}">
      <dsp:nvSpPr>
        <dsp:cNvPr id="0" name=""/>
        <dsp:cNvSpPr/>
      </dsp:nvSpPr>
      <dsp:spPr>
        <a:xfrm>
          <a:off x="6140822" y="167472"/>
          <a:ext cx="2455489" cy="1227744"/>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48260" rIns="72390" bIns="48260" numCol="1" spcCol="1270" anchor="ctr" anchorCtr="0">
          <a:noAutofit/>
        </a:bodyPr>
        <a:lstStyle/>
        <a:p>
          <a:pPr marL="0" lvl="0" indent="0" algn="ctr" defTabSz="1689100">
            <a:lnSpc>
              <a:spcPct val="90000"/>
            </a:lnSpc>
            <a:spcBef>
              <a:spcPct val="0"/>
            </a:spcBef>
            <a:spcAft>
              <a:spcPct val="35000"/>
            </a:spcAft>
            <a:buNone/>
          </a:pPr>
          <a:r>
            <a:rPr lang="en-IN" sz="3800" kern="1200" dirty="0"/>
            <a:t>Data Processing</a:t>
          </a:r>
        </a:p>
      </dsp:txBody>
      <dsp:txXfrm>
        <a:off x="6176781" y="203431"/>
        <a:ext cx="2383571" cy="1155826"/>
      </dsp:txXfrm>
    </dsp:sp>
    <dsp:sp modelId="{180972A1-EBF6-43A7-A6BA-875D3973AC95}">
      <dsp:nvSpPr>
        <dsp:cNvPr id="0" name=""/>
        <dsp:cNvSpPr/>
      </dsp:nvSpPr>
      <dsp:spPr>
        <a:xfrm>
          <a:off x="6386371" y="1395216"/>
          <a:ext cx="245548" cy="1010495"/>
        </a:xfrm>
        <a:custGeom>
          <a:avLst/>
          <a:gdLst/>
          <a:ahLst/>
          <a:cxnLst/>
          <a:rect l="0" t="0" r="0" b="0"/>
          <a:pathLst>
            <a:path>
              <a:moveTo>
                <a:pt x="0" y="0"/>
              </a:moveTo>
              <a:lnTo>
                <a:pt x="0" y="1010495"/>
              </a:lnTo>
              <a:lnTo>
                <a:pt x="245548" y="1010495"/>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9C6E62E-36A5-4E8E-81BD-B5FEF1E93B68}">
      <dsp:nvSpPr>
        <dsp:cNvPr id="0" name=""/>
        <dsp:cNvSpPr/>
      </dsp:nvSpPr>
      <dsp:spPr>
        <a:xfrm>
          <a:off x="6631920" y="1791839"/>
          <a:ext cx="1964391" cy="1227744"/>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1435" tIns="34290" rIns="51435" bIns="34290" numCol="1" spcCol="1270" anchor="ctr" anchorCtr="0">
          <a:noAutofit/>
        </a:bodyPr>
        <a:lstStyle/>
        <a:p>
          <a:pPr marL="0" lvl="0" indent="0" algn="ctr" defTabSz="1200150">
            <a:lnSpc>
              <a:spcPct val="90000"/>
            </a:lnSpc>
            <a:spcBef>
              <a:spcPct val="0"/>
            </a:spcBef>
            <a:spcAft>
              <a:spcPct val="35000"/>
            </a:spcAft>
            <a:buNone/>
          </a:pPr>
          <a:r>
            <a:rPr lang="en-IN" sz="2700" kern="1200" dirty="0"/>
            <a:t>Pandas</a:t>
          </a:r>
        </a:p>
      </dsp:txBody>
      <dsp:txXfrm>
        <a:off x="6667879" y="1827798"/>
        <a:ext cx="1892473" cy="1155826"/>
      </dsp:txXfrm>
    </dsp:sp>
    <dsp:sp modelId="{882ED678-DA13-442F-A86B-4B0FC3BA80E0}">
      <dsp:nvSpPr>
        <dsp:cNvPr id="0" name=""/>
        <dsp:cNvSpPr/>
      </dsp:nvSpPr>
      <dsp:spPr>
        <a:xfrm>
          <a:off x="6386371" y="1395216"/>
          <a:ext cx="245548" cy="2694641"/>
        </a:xfrm>
        <a:custGeom>
          <a:avLst/>
          <a:gdLst/>
          <a:ahLst/>
          <a:cxnLst/>
          <a:rect l="0" t="0" r="0" b="0"/>
          <a:pathLst>
            <a:path>
              <a:moveTo>
                <a:pt x="0" y="0"/>
              </a:moveTo>
              <a:lnTo>
                <a:pt x="0" y="2694641"/>
              </a:lnTo>
              <a:lnTo>
                <a:pt x="245548" y="2694641"/>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D9E7F53-1117-4829-88B3-14A4CB9A6824}">
      <dsp:nvSpPr>
        <dsp:cNvPr id="0" name=""/>
        <dsp:cNvSpPr/>
      </dsp:nvSpPr>
      <dsp:spPr>
        <a:xfrm>
          <a:off x="6631920" y="3475986"/>
          <a:ext cx="1964391" cy="1227744"/>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1435" tIns="34290" rIns="51435" bIns="34290" numCol="1" spcCol="1270" anchor="ctr" anchorCtr="0">
          <a:noAutofit/>
        </a:bodyPr>
        <a:lstStyle/>
        <a:p>
          <a:pPr marL="0" lvl="0" indent="0" algn="ctr" defTabSz="1200150">
            <a:lnSpc>
              <a:spcPct val="90000"/>
            </a:lnSpc>
            <a:spcBef>
              <a:spcPct val="0"/>
            </a:spcBef>
            <a:spcAft>
              <a:spcPct val="35000"/>
            </a:spcAft>
            <a:buNone/>
          </a:pPr>
          <a:r>
            <a:rPr lang="en-IN" sz="2700" kern="1200" dirty="0"/>
            <a:t>JSON</a:t>
          </a:r>
        </a:p>
      </dsp:txBody>
      <dsp:txXfrm>
        <a:off x="6667879" y="3511945"/>
        <a:ext cx="1892473" cy="115582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50BC15-DDB9-46B7-8F31-1B389482E451}">
      <dsp:nvSpPr>
        <dsp:cNvPr id="0" name=""/>
        <dsp:cNvSpPr/>
      </dsp:nvSpPr>
      <dsp:spPr>
        <a:xfrm>
          <a:off x="1174" y="673057"/>
          <a:ext cx="4578945" cy="2747367"/>
        </a:xfrm>
        <a:prstGeom prst="rect">
          <a:avLst/>
        </a:prstGeom>
        <a:solidFill>
          <a:schemeClr val="accent2">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t" anchorCtr="0">
          <a:noAutofit/>
        </a:bodyPr>
        <a:lstStyle/>
        <a:p>
          <a:pPr marL="0" lvl="0" indent="0" algn="l" defTabSz="1155700">
            <a:lnSpc>
              <a:spcPct val="90000"/>
            </a:lnSpc>
            <a:spcBef>
              <a:spcPct val="0"/>
            </a:spcBef>
            <a:spcAft>
              <a:spcPct val="35000"/>
            </a:spcAft>
            <a:buNone/>
          </a:pPr>
          <a:r>
            <a:rPr lang="en-IN" sz="2600" u="sng" kern="1200"/>
            <a:t>Challenges: </a:t>
          </a:r>
          <a:endParaRPr lang="en-US" sz="2600" kern="1200"/>
        </a:p>
        <a:p>
          <a:pPr marL="228600" lvl="1" indent="-228600" algn="l" defTabSz="889000">
            <a:lnSpc>
              <a:spcPct val="90000"/>
            </a:lnSpc>
            <a:spcBef>
              <a:spcPct val="0"/>
            </a:spcBef>
            <a:spcAft>
              <a:spcPct val="15000"/>
            </a:spcAft>
            <a:buChar char="•"/>
          </a:pPr>
          <a:r>
            <a:rPr lang="en-IN" sz="2000" kern="1200"/>
            <a:t>False positives on names like “Apple” vs company</a:t>
          </a:r>
          <a:endParaRPr lang="en-US" sz="2000" kern="1200"/>
        </a:p>
        <a:p>
          <a:pPr marL="228600" lvl="1" indent="-228600" algn="l" defTabSz="889000">
            <a:lnSpc>
              <a:spcPct val="90000"/>
            </a:lnSpc>
            <a:spcBef>
              <a:spcPct val="0"/>
            </a:spcBef>
            <a:spcAft>
              <a:spcPct val="15000"/>
            </a:spcAft>
            <a:buChar char="•"/>
          </a:pPr>
          <a:r>
            <a:rPr lang="en-IN" sz="2000" kern="1200"/>
            <a:t>Multilingual PII in Hindi, Telugu text</a:t>
          </a:r>
          <a:endParaRPr lang="en-US" sz="2000" kern="1200"/>
        </a:p>
        <a:p>
          <a:pPr marL="228600" lvl="1" indent="-228600" algn="l" defTabSz="889000">
            <a:lnSpc>
              <a:spcPct val="90000"/>
            </a:lnSpc>
            <a:spcBef>
              <a:spcPct val="0"/>
            </a:spcBef>
            <a:spcAft>
              <a:spcPct val="15000"/>
            </a:spcAft>
            <a:buChar char="•"/>
          </a:pPr>
          <a:r>
            <a:rPr lang="en-IN" sz="2000" kern="1200"/>
            <a:t>Context ambiguity in free-form text</a:t>
          </a:r>
          <a:endParaRPr lang="en-US" sz="2000" kern="1200"/>
        </a:p>
      </dsp:txBody>
      <dsp:txXfrm>
        <a:off x="1174" y="673057"/>
        <a:ext cx="4578945" cy="2747367"/>
      </dsp:txXfrm>
    </dsp:sp>
    <dsp:sp modelId="{87525811-D774-4525-8289-1A74F7D5F8AA}">
      <dsp:nvSpPr>
        <dsp:cNvPr id="0" name=""/>
        <dsp:cNvSpPr/>
      </dsp:nvSpPr>
      <dsp:spPr>
        <a:xfrm>
          <a:off x="5038013" y="673057"/>
          <a:ext cx="4578945" cy="2747367"/>
        </a:xfrm>
        <a:prstGeom prst="rect">
          <a:avLst/>
        </a:prstGeom>
        <a:solidFill>
          <a:schemeClr val="accent3">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t" anchorCtr="0">
          <a:noAutofit/>
        </a:bodyPr>
        <a:lstStyle/>
        <a:p>
          <a:pPr marL="0" lvl="0" indent="0" algn="l" defTabSz="1155700">
            <a:lnSpc>
              <a:spcPct val="90000"/>
            </a:lnSpc>
            <a:spcBef>
              <a:spcPct val="0"/>
            </a:spcBef>
            <a:spcAft>
              <a:spcPct val="35000"/>
            </a:spcAft>
            <a:buNone/>
          </a:pPr>
          <a:r>
            <a:rPr lang="en-IN" sz="2600" u="sng" kern="1200" dirty="0"/>
            <a:t>Future Scope: </a:t>
          </a:r>
          <a:endParaRPr lang="en-US" sz="2600" u="sng" kern="1200" dirty="0"/>
        </a:p>
        <a:p>
          <a:pPr marL="228600" lvl="1" indent="-228600" algn="l" defTabSz="889000">
            <a:lnSpc>
              <a:spcPct val="90000"/>
            </a:lnSpc>
            <a:spcBef>
              <a:spcPct val="0"/>
            </a:spcBef>
            <a:spcAft>
              <a:spcPct val="15000"/>
            </a:spcAft>
            <a:buChar char="•"/>
          </a:pPr>
          <a:r>
            <a:rPr lang="en-IN" sz="2000" kern="1200" dirty="0"/>
            <a:t>Fine-tune </a:t>
          </a:r>
          <a:r>
            <a:rPr lang="en-IN" sz="2000" kern="1200" dirty="0" err="1"/>
            <a:t>IndicBERT</a:t>
          </a:r>
          <a:r>
            <a:rPr lang="en-IN" sz="2000" kern="1200" dirty="0"/>
            <a:t> for Indian languages</a:t>
          </a:r>
          <a:endParaRPr lang="en-US" sz="2000" kern="1200" dirty="0"/>
        </a:p>
        <a:p>
          <a:pPr marL="228600" lvl="1" indent="-228600" algn="l" defTabSz="889000">
            <a:lnSpc>
              <a:spcPct val="90000"/>
            </a:lnSpc>
            <a:spcBef>
              <a:spcPct val="0"/>
            </a:spcBef>
            <a:spcAft>
              <a:spcPct val="15000"/>
            </a:spcAft>
            <a:buChar char="•"/>
          </a:pPr>
          <a:r>
            <a:rPr lang="en-IN" sz="2000" kern="1200"/>
            <a:t>Build web UI for non-technical users</a:t>
          </a:r>
          <a:endParaRPr lang="en-US" sz="2000" kern="1200"/>
        </a:p>
        <a:p>
          <a:pPr marL="228600" lvl="1" indent="-228600" algn="l" defTabSz="889000">
            <a:lnSpc>
              <a:spcPct val="90000"/>
            </a:lnSpc>
            <a:spcBef>
              <a:spcPct val="0"/>
            </a:spcBef>
            <a:spcAft>
              <a:spcPct val="15000"/>
            </a:spcAft>
            <a:buChar char="•"/>
          </a:pPr>
          <a:r>
            <a:rPr lang="en-IN" sz="2000" kern="1200"/>
            <a:t>Package as pip library and REST API for production use</a:t>
          </a:r>
          <a:endParaRPr lang="en-US" sz="2000" kern="1200"/>
        </a:p>
        <a:p>
          <a:pPr marL="228600" lvl="1" indent="-228600" algn="l" defTabSz="889000">
            <a:lnSpc>
              <a:spcPct val="90000"/>
            </a:lnSpc>
            <a:spcBef>
              <a:spcPct val="0"/>
            </a:spcBef>
            <a:spcAft>
              <a:spcPct val="15000"/>
            </a:spcAft>
            <a:buChar char="•"/>
          </a:pPr>
          <a:r>
            <a:rPr lang="en-IN" sz="2000" kern="1200"/>
            <a:t>Add audit logs for compliance reporting</a:t>
          </a:r>
          <a:endParaRPr lang="en-US" sz="2000" kern="1200"/>
        </a:p>
      </dsp:txBody>
      <dsp:txXfrm>
        <a:off x="5038013" y="673057"/>
        <a:ext cx="4578945" cy="2747367"/>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30A7B0B-798E-42E8-801B-411E4F0C5E42}" type="datetimeFigureOut">
              <a:rPr lang="en-IN" smtClean="0"/>
              <a:t>16-06-2026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23E5D5D-2A7A-47EE-A6F4-61937E7E3E5A}" type="slidenum">
              <a:rPr lang="en-IN" smtClean="0"/>
              <a:t>‹#›</a:t>
            </a:fld>
            <a:endParaRPr lang="en-IN"/>
          </a:p>
        </p:txBody>
      </p:sp>
    </p:spTree>
    <p:extLst>
      <p:ext uri="{BB962C8B-B14F-4D97-AF65-F5344CB8AC3E}">
        <p14:creationId xmlns:p14="http://schemas.microsoft.com/office/powerpoint/2010/main" val="27526611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30A7B0B-798E-42E8-801B-411E4F0C5E42}" type="datetimeFigureOut">
              <a:rPr lang="en-IN" smtClean="0"/>
              <a:t>16-06-2026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23E5D5D-2A7A-47EE-A6F4-61937E7E3E5A}" type="slidenum">
              <a:rPr lang="en-IN" smtClean="0"/>
              <a:t>‹#›</a:t>
            </a:fld>
            <a:endParaRPr lang="en-IN"/>
          </a:p>
        </p:txBody>
      </p:sp>
    </p:spTree>
    <p:extLst>
      <p:ext uri="{BB962C8B-B14F-4D97-AF65-F5344CB8AC3E}">
        <p14:creationId xmlns:p14="http://schemas.microsoft.com/office/powerpoint/2010/main" val="22947831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30A7B0B-798E-42E8-801B-411E4F0C5E42}" type="datetimeFigureOut">
              <a:rPr lang="en-IN" smtClean="0"/>
              <a:t>16-06-2026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23E5D5D-2A7A-47EE-A6F4-61937E7E3E5A}" type="slidenum">
              <a:rPr lang="en-IN" smtClean="0"/>
              <a:t>‹#›</a:t>
            </a:fld>
            <a:endParaRPr lang="en-IN"/>
          </a:p>
        </p:txBody>
      </p:sp>
    </p:spTree>
    <p:extLst>
      <p:ext uri="{BB962C8B-B14F-4D97-AF65-F5344CB8AC3E}">
        <p14:creationId xmlns:p14="http://schemas.microsoft.com/office/powerpoint/2010/main" val="22731226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30A7B0B-798E-42E8-801B-411E4F0C5E42}" type="datetimeFigureOut">
              <a:rPr lang="en-IN" smtClean="0"/>
              <a:t>16-06-2026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23E5D5D-2A7A-47EE-A6F4-61937E7E3E5A}" type="slidenum">
              <a:rPr lang="en-IN" smtClean="0"/>
              <a:t>‹#›</a:t>
            </a:fld>
            <a:endParaRPr lang="en-IN"/>
          </a:p>
        </p:txBody>
      </p:sp>
    </p:spTree>
    <p:extLst>
      <p:ext uri="{BB962C8B-B14F-4D97-AF65-F5344CB8AC3E}">
        <p14:creationId xmlns:p14="http://schemas.microsoft.com/office/powerpoint/2010/main" val="40954227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30A7B0B-798E-42E8-801B-411E4F0C5E42}" type="datetimeFigureOut">
              <a:rPr lang="en-IN" smtClean="0"/>
              <a:t>16-06-2026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E23E5D5D-2A7A-47EE-A6F4-61937E7E3E5A}" type="slidenum">
              <a:rPr lang="en-IN" smtClean="0"/>
              <a:t>‹#›</a:t>
            </a:fld>
            <a:endParaRPr lang="en-IN"/>
          </a:p>
        </p:txBody>
      </p:sp>
    </p:spTree>
    <p:extLst>
      <p:ext uri="{BB962C8B-B14F-4D97-AF65-F5344CB8AC3E}">
        <p14:creationId xmlns:p14="http://schemas.microsoft.com/office/powerpoint/2010/main" val="37606165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30A7B0B-798E-42E8-801B-411E4F0C5E42}" type="datetimeFigureOut">
              <a:rPr lang="en-IN" smtClean="0"/>
              <a:t>16-06-2026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23E5D5D-2A7A-47EE-A6F4-61937E7E3E5A}" type="slidenum">
              <a:rPr lang="en-IN" smtClean="0"/>
              <a:t>‹#›</a:t>
            </a:fld>
            <a:endParaRPr lang="en-IN"/>
          </a:p>
        </p:txBody>
      </p:sp>
    </p:spTree>
    <p:extLst>
      <p:ext uri="{BB962C8B-B14F-4D97-AF65-F5344CB8AC3E}">
        <p14:creationId xmlns:p14="http://schemas.microsoft.com/office/powerpoint/2010/main" val="33250282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30A7B0B-798E-42E8-801B-411E4F0C5E42}" type="datetimeFigureOut">
              <a:rPr lang="en-IN" smtClean="0"/>
              <a:t>16-06-2026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E23E5D5D-2A7A-47EE-A6F4-61937E7E3E5A}" type="slidenum">
              <a:rPr lang="en-IN" smtClean="0"/>
              <a:t>‹#›</a:t>
            </a:fld>
            <a:endParaRPr lang="en-IN"/>
          </a:p>
        </p:txBody>
      </p:sp>
    </p:spTree>
    <p:extLst>
      <p:ext uri="{BB962C8B-B14F-4D97-AF65-F5344CB8AC3E}">
        <p14:creationId xmlns:p14="http://schemas.microsoft.com/office/powerpoint/2010/main" val="19799424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30A7B0B-798E-42E8-801B-411E4F0C5E42}" type="datetimeFigureOut">
              <a:rPr lang="en-IN" smtClean="0"/>
              <a:t>16-06-2026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23E5D5D-2A7A-47EE-A6F4-61937E7E3E5A}" type="slidenum">
              <a:rPr lang="en-IN" smtClean="0"/>
              <a:t>‹#›</a:t>
            </a:fld>
            <a:endParaRPr lang="en-IN"/>
          </a:p>
        </p:txBody>
      </p:sp>
    </p:spTree>
    <p:extLst>
      <p:ext uri="{BB962C8B-B14F-4D97-AF65-F5344CB8AC3E}">
        <p14:creationId xmlns:p14="http://schemas.microsoft.com/office/powerpoint/2010/main" val="29049878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30A7B0B-798E-42E8-801B-411E4F0C5E42}" type="datetimeFigureOut">
              <a:rPr lang="en-IN" smtClean="0"/>
              <a:t>16-06-2026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23E5D5D-2A7A-47EE-A6F4-61937E7E3E5A}" type="slidenum">
              <a:rPr lang="en-IN" smtClean="0"/>
              <a:t>‹#›</a:t>
            </a:fld>
            <a:endParaRPr lang="en-IN"/>
          </a:p>
        </p:txBody>
      </p:sp>
    </p:spTree>
    <p:extLst>
      <p:ext uri="{BB962C8B-B14F-4D97-AF65-F5344CB8AC3E}">
        <p14:creationId xmlns:p14="http://schemas.microsoft.com/office/powerpoint/2010/main" val="205113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30A7B0B-798E-42E8-801B-411E4F0C5E42}" type="datetimeFigureOut">
              <a:rPr lang="en-IN" smtClean="0"/>
              <a:t>16-06-2026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23E5D5D-2A7A-47EE-A6F4-61937E7E3E5A}" type="slidenum">
              <a:rPr lang="en-IN" smtClean="0"/>
              <a:t>‹#›</a:t>
            </a:fld>
            <a:endParaRPr lang="en-IN"/>
          </a:p>
        </p:txBody>
      </p:sp>
    </p:spTree>
    <p:extLst>
      <p:ext uri="{BB962C8B-B14F-4D97-AF65-F5344CB8AC3E}">
        <p14:creationId xmlns:p14="http://schemas.microsoft.com/office/powerpoint/2010/main" val="3328027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30A7B0B-798E-42E8-801B-411E4F0C5E42}" type="datetimeFigureOut">
              <a:rPr lang="en-IN" smtClean="0"/>
              <a:t>16-06-2026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23E5D5D-2A7A-47EE-A6F4-61937E7E3E5A}"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1340628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30A7B0B-798E-42E8-801B-411E4F0C5E42}" type="datetimeFigureOut">
              <a:rPr lang="en-IN" smtClean="0"/>
              <a:t>16-06-2026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23E5D5D-2A7A-47EE-A6F4-61937E7E3E5A}" type="slidenum">
              <a:rPr lang="en-IN" smtClean="0"/>
              <a:t>‹#›</a:t>
            </a:fld>
            <a:endParaRPr lang="en-IN"/>
          </a:p>
        </p:txBody>
      </p:sp>
    </p:spTree>
    <p:extLst>
      <p:ext uri="{BB962C8B-B14F-4D97-AF65-F5344CB8AC3E}">
        <p14:creationId xmlns:p14="http://schemas.microsoft.com/office/powerpoint/2010/main" val="298084387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30A7B0B-798E-42E8-801B-411E4F0C5E42}" type="datetimeFigureOut">
              <a:rPr lang="en-IN" smtClean="0"/>
              <a:t>16-06-2026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23E5D5D-2A7A-47EE-A6F4-61937E7E3E5A}"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22923050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30A7B0B-798E-42E8-801B-411E4F0C5E42}" type="datetimeFigureOut">
              <a:rPr lang="en-IN" smtClean="0"/>
              <a:t>16-06-2026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23E5D5D-2A7A-47EE-A6F4-61937E7E3E5A}" type="slidenum">
              <a:rPr lang="en-IN" smtClean="0"/>
              <a:t>‹#›</a:t>
            </a:fld>
            <a:endParaRPr lang="en-IN"/>
          </a:p>
        </p:txBody>
      </p:sp>
    </p:spTree>
    <p:extLst>
      <p:ext uri="{BB962C8B-B14F-4D97-AF65-F5344CB8AC3E}">
        <p14:creationId xmlns:p14="http://schemas.microsoft.com/office/powerpoint/2010/main" val="265253933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30A7B0B-798E-42E8-801B-411E4F0C5E42}" type="datetimeFigureOut">
              <a:rPr lang="en-IN" smtClean="0"/>
              <a:t>16-06-2026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23E5D5D-2A7A-47EE-A6F4-61937E7E3E5A}" type="slidenum">
              <a:rPr lang="en-IN" smtClean="0"/>
              <a:t>‹#›</a:t>
            </a:fld>
            <a:endParaRPr lang="en-IN"/>
          </a:p>
        </p:txBody>
      </p:sp>
    </p:spTree>
    <p:extLst>
      <p:ext uri="{BB962C8B-B14F-4D97-AF65-F5344CB8AC3E}">
        <p14:creationId xmlns:p14="http://schemas.microsoft.com/office/powerpoint/2010/main" val="261871160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30A7B0B-798E-42E8-801B-411E4F0C5E42}" type="datetimeFigureOut">
              <a:rPr lang="en-IN" smtClean="0"/>
              <a:t>16-06-2026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23E5D5D-2A7A-47EE-A6F4-61937E7E3E5A}" type="slidenum">
              <a:rPr lang="en-IN" smtClean="0"/>
              <a:t>‹#›</a:t>
            </a:fld>
            <a:endParaRPr lang="en-IN"/>
          </a:p>
        </p:txBody>
      </p:sp>
    </p:spTree>
    <p:extLst>
      <p:ext uri="{BB962C8B-B14F-4D97-AF65-F5344CB8AC3E}">
        <p14:creationId xmlns:p14="http://schemas.microsoft.com/office/powerpoint/2010/main" val="394302996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8" name="Group 7"/>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30A7B0B-798E-42E8-801B-411E4F0C5E42}" type="datetimeFigureOut">
              <a:rPr lang="en-IN" smtClean="0"/>
              <a:t>16-06-2026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23E5D5D-2A7A-47EE-A6F4-61937E7E3E5A}" type="slidenum">
              <a:rPr lang="en-IN" smtClean="0"/>
              <a:t>‹#›</a:t>
            </a:fld>
            <a:endParaRPr lang="en-IN"/>
          </a:p>
        </p:txBody>
      </p:sp>
    </p:spTree>
    <p:extLst>
      <p:ext uri="{BB962C8B-B14F-4D97-AF65-F5344CB8AC3E}">
        <p14:creationId xmlns:p14="http://schemas.microsoft.com/office/powerpoint/2010/main" val="166171122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30A7B0B-798E-42E8-801B-411E4F0C5E42}" type="datetimeFigureOut">
              <a:rPr lang="en-IN" smtClean="0"/>
              <a:t>16-06-2026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23E5D5D-2A7A-47EE-A6F4-61937E7E3E5A}" type="slidenum">
              <a:rPr lang="en-IN" smtClean="0"/>
              <a:t>‹#›</a:t>
            </a:fld>
            <a:endParaRPr lang="en-IN"/>
          </a:p>
        </p:txBody>
      </p:sp>
    </p:spTree>
    <p:extLst>
      <p:ext uri="{BB962C8B-B14F-4D97-AF65-F5344CB8AC3E}">
        <p14:creationId xmlns:p14="http://schemas.microsoft.com/office/powerpoint/2010/main" val="345137183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30A7B0B-798E-42E8-801B-411E4F0C5E42}" type="datetimeFigureOut">
              <a:rPr lang="en-IN" smtClean="0"/>
              <a:t>16-06-2026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23E5D5D-2A7A-47EE-A6F4-61937E7E3E5A}" type="slidenum">
              <a:rPr lang="en-IN" smtClean="0"/>
              <a:t>‹#›</a:t>
            </a:fld>
            <a:endParaRPr lang="en-IN"/>
          </a:p>
        </p:txBody>
      </p:sp>
    </p:spTree>
    <p:extLst>
      <p:ext uri="{BB962C8B-B14F-4D97-AF65-F5344CB8AC3E}">
        <p14:creationId xmlns:p14="http://schemas.microsoft.com/office/powerpoint/2010/main" val="280060294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30A7B0B-798E-42E8-801B-411E4F0C5E42}" type="datetimeFigureOut">
              <a:rPr lang="en-IN" smtClean="0"/>
              <a:t>16-06-2026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23E5D5D-2A7A-47EE-A6F4-61937E7E3E5A}" type="slidenum">
              <a:rPr lang="en-IN" smtClean="0"/>
              <a:t>‹#›</a:t>
            </a:fld>
            <a:endParaRPr lang="en-IN"/>
          </a:p>
        </p:txBody>
      </p:sp>
    </p:spTree>
    <p:extLst>
      <p:ext uri="{BB962C8B-B14F-4D97-AF65-F5344CB8AC3E}">
        <p14:creationId xmlns:p14="http://schemas.microsoft.com/office/powerpoint/2010/main" val="141148873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30A7B0B-798E-42E8-801B-411E4F0C5E42}" type="datetimeFigureOut">
              <a:rPr lang="en-IN" smtClean="0"/>
              <a:t>16-06-2026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E23E5D5D-2A7A-47EE-A6F4-61937E7E3E5A}" type="slidenum">
              <a:rPr lang="en-IN" smtClean="0"/>
              <a:t>‹#›</a:t>
            </a:fld>
            <a:endParaRPr lang="en-IN"/>
          </a:p>
        </p:txBody>
      </p:sp>
    </p:spTree>
    <p:extLst>
      <p:ext uri="{BB962C8B-B14F-4D97-AF65-F5344CB8AC3E}">
        <p14:creationId xmlns:p14="http://schemas.microsoft.com/office/powerpoint/2010/main" val="52566747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30A7B0B-798E-42E8-801B-411E4F0C5E42}" type="datetimeFigureOut">
              <a:rPr lang="en-IN" smtClean="0"/>
              <a:t>16-06-2026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23E5D5D-2A7A-47EE-A6F4-61937E7E3E5A}" type="slidenum">
              <a:rPr lang="en-IN" smtClean="0"/>
              <a:t>‹#›</a:t>
            </a:fld>
            <a:endParaRPr lang="en-IN"/>
          </a:p>
        </p:txBody>
      </p:sp>
    </p:spTree>
    <p:extLst>
      <p:ext uri="{BB962C8B-B14F-4D97-AF65-F5344CB8AC3E}">
        <p14:creationId xmlns:p14="http://schemas.microsoft.com/office/powerpoint/2010/main" val="200555194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30A7B0B-798E-42E8-801B-411E4F0C5E42}" type="datetimeFigureOut">
              <a:rPr lang="en-IN" smtClean="0"/>
              <a:t>16-06-2026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E23E5D5D-2A7A-47EE-A6F4-61937E7E3E5A}" type="slidenum">
              <a:rPr lang="en-IN" smtClean="0"/>
              <a:t>‹#›</a:t>
            </a:fld>
            <a:endParaRPr lang="en-IN"/>
          </a:p>
        </p:txBody>
      </p:sp>
    </p:spTree>
    <p:extLst>
      <p:ext uri="{BB962C8B-B14F-4D97-AF65-F5344CB8AC3E}">
        <p14:creationId xmlns:p14="http://schemas.microsoft.com/office/powerpoint/2010/main" val="415677202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30A7B0B-798E-42E8-801B-411E4F0C5E42}" type="datetimeFigureOut">
              <a:rPr lang="en-IN" smtClean="0"/>
              <a:t>16-06-2026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23E5D5D-2A7A-47EE-A6F4-61937E7E3E5A}" type="slidenum">
              <a:rPr lang="en-IN" smtClean="0"/>
              <a:t>‹#›</a:t>
            </a:fld>
            <a:endParaRPr lang="en-IN"/>
          </a:p>
        </p:txBody>
      </p:sp>
    </p:spTree>
    <p:extLst>
      <p:ext uri="{BB962C8B-B14F-4D97-AF65-F5344CB8AC3E}">
        <p14:creationId xmlns:p14="http://schemas.microsoft.com/office/powerpoint/2010/main" val="49134735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30A7B0B-798E-42E8-801B-411E4F0C5E42}" type="datetimeFigureOut">
              <a:rPr lang="en-IN" smtClean="0"/>
              <a:t>16-06-2026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23E5D5D-2A7A-47EE-A6F4-61937E7E3E5A}" type="slidenum">
              <a:rPr lang="en-IN" smtClean="0"/>
              <a:t>‹#›</a:t>
            </a:fld>
            <a:endParaRPr lang="en-IN"/>
          </a:p>
        </p:txBody>
      </p:sp>
    </p:spTree>
    <p:extLst>
      <p:ext uri="{BB962C8B-B14F-4D97-AF65-F5344CB8AC3E}">
        <p14:creationId xmlns:p14="http://schemas.microsoft.com/office/powerpoint/2010/main" val="79758230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30A7B0B-798E-42E8-801B-411E4F0C5E42}" type="datetimeFigureOut">
              <a:rPr lang="en-IN" smtClean="0"/>
              <a:t>16-06-2026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23E5D5D-2A7A-47EE-A6F4-61937E7E3E5A}" type="slidenum">
              <a:rPr lang="en-IN" smtClean="0"/>
              <a:t>‹#›</a:t>
            </a:fld>
            <a:endParaRPr lang="en-IN"/>
          </a:p>
        </p:txBody>
      </p:sp>
    </p:spTree>
    <p:extLst>
      <p:ext uri="{BB962C8B-B14F-4D97-AF65-F5344CB8AC3E}">
        <p14:creationId xmlns:p14="http://schemas.microsoft.com/office/powerpoint/2010/main" val="6421930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30A7B0B-798E-42E8-801B-411E4F0C5E42}" type="datetimeFigureOut">
              <a:rPr lang="en-IN" smtClean="0"/>
              <a:t>16-06-2026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23E5D5D-2A7A-47EE-A6F4-61937E7E3E5A}"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25154075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30A7B0B-798E-42E8-801B-411E4F0C5E42}" type="datetimeFigureOut">
              <a:rPr lang="en-IN" smtClean="0"/>
              <a:t>16-06-2026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23E5D5D-2A7A-47EE-A6F4-61937E7E3E5A}" type="slidenum">
              <a:rPr lang="en-IN" smtClean="0"/>
              <a:t>‹#›</a:t>
            </a:fld>
            <a:endParaRPr lang="en-IN"/>
          </a:p>
        </p:txBody>
      </p:sp>
    </p:spTree>
    <p:extLst>
      <p:ext uri="{BB962C8B-B14F-4D97-AF65-F5344CB8AC3E}">
        <p14:creationId xmlns:p14="http://schemas.microsoft.com/office/powerpoint/2010/main" val="113314929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30A7B0B-798E-42E8-801B-411E4F0C5E42}" type="datetimeFigureOut">
              <a:rPr lang="en-IN" smtClean="0"/>
              <a:t>16-06-2026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23E5D5D-2A7A-47EE-A6F4-61937E7E3E5A}"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00356624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30A7B0B-798E-42E8-801B-411E4F0C5E42}" type="datetimeFigureOut">
              <a:rPr lang="en-IN" smtClean="0"/>
              <a:t>16-06-2026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23E5D5D-2A7A-47EE-A6F4-61937E7E3E5A}" type="slidenum">
              <a:rPr lang="en-IN" smtClean="0"/>
              <a:t>‹#›</a:t>
            </a:fld>
            <a:endParaRPr lang="en-IN"/>
          </a:p>
        </p:txBody>
      </p:sp>
    </p:spTree>
    <p:extLst>
      <p:ext uri="{BB962C8B-B14F-4D97-AF65-F5344CB8AC3E}">
        <p14:creationId xmlns:p14="http://schemas.microsoft.com/office/powerpoint/2010/main" val="322202304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30A7B0B-798E-42E8-801B-411E4F0C5E42}" type="datetimeFigureOut">
              <a:rPr lang="en-IN" smtClean="0"/>
              <a:t>16-06-2026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23E5D5D-2A7A-47EE-A6F4-61937E7E3E5A}" type="slidenum">
              <a:rPr lang="en-IN" smtClean="0"/>
              <a:t>‹#›</a:t>
            </a:fld>
            <a:endParaRPr lang="en-IN"/>
          </a:p>
        </p:txBody>
      </p:sp>
    </p:spTree>
    <p:extLst>
      <p:ext uri="{BB962C8B-B14F-4D97-AF65-F5344CB8AC3E}">
        <p14:creationId xmlns:p14="http://schemas.microsoft.com/office/powerpoint/2010/main" val="122208628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30A7B0B-798E-42E8-801B-411E4F0C5E42}" type="datetimeFigureOut">
              <a:rPr lang="en-IN" smtClean="0"/>
              <a:t>16-06-2026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23E5D5D-2A7A-47EE-A6F4-61937E7E3E5A}" type="slidenum">
              <a:rPr lang="en-IN" smtClean="0"/>
              <a:t>‹#›</a:t>
            </a:fld>
            <a:endParaRPr lang="en-IN"/>
          </a:p>
        </p:txBody>
      </p:sp>
    </p:spTree>
    <p:extLst>
      <p:ext uri="{BB962C8B-B14F-4D97-AF65-F5344CB8AC3E}">
        <p14:creationId xmlns:p14="http://schemas.microsoft.com/office/powerpoint/2010/main" val="35969893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4.xml"/><Relationship Id="rId13" Type="http://schemas.openxmlformats.org/officeDocument/2006/relationships/slideLayout" Target="../slideLayouts/slideLayout29.xml"/><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slideLayout" Target="../slideLayouts/slideLayout28.xml"/><Relationship Id="rId17" Type="http://schemas.openxmlformats.org/officeDocument/2006/relationships/theme" Target="../theme/theme2.xml"/><Relationship Id="rId2" Type="http://schemas.openxmlformats.org/officeDocument/2006/relationships/slideLayout" Target="../slideLayouts/slideLayout18.xml"/><Relationship Id="rId16" Type="http://schemas.openxmlformats.org/officeDocument/2006/relationships/slideLayout" Target="../slideLayouts/slideLayout32.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5" Type="http://schemas.openxmlformats.org/officeDocument/2006/relationships/slideLayout" Target="../slideLayouts/slideLayout31.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 Id="rId14"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C30A7B0B-798E-42E8-801B-411E4F0C5E42}" type="datetimeFigureOut">
              <a:rPr lang="en-IN" smtClean="0"/>
              <a:t>16-06-2026</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E23E5D5D-2A7A-47EE-A6F4-61937E7E3E5A}" type="slidenum">
              <a:rPr lang="en-IN" smtClean="0"/>
              <a:t>‹#›</a:t>
            </a:fld>
            <a:endParaRPr lang="en-IN"/>
          </a:p>
        </p:txBody>
      </p:sp>
    </p:spTree>
    <p:extLst>
      <p:ext uri="{BB962C8B-B14F-4D97-AF65-F5344CB8AC3E}">
        <p14:creationId xmlns:p14="http://schemas.microsoft.com/office/powerpoint/2010/main" val="229993263"/>
      </p:ext>
    </p:extLst>
  </p:cSld>
  <p:clrMap bg1="dk1" tx1="lt1" bg2="dk2" tx2="lt2" accent1="accent1" accent2="accent2" accent3="accent3" accent4="accent4" accent5="accent5" accent6="accent6" hlink="hlink" folHlink="folHlink"/>
  <p:sldLayoutIdLst>
    <p:sldLayoutId id="2147483747" r:id="rId1"/>
    <p:sldLayoutId id="2147483748" r:id="rId2"/>
    <p:sldLayoutId id="2147483749" r:id="rId3"/>
    <p:sldLayoutId id="2147483750" r:id="rId4"/>
    <p:sldLayoutId id="2147483751" r:id="rId5"/>
    <p:sldLayoutId id="2147483752" r:id="rId6"/>
    <p:sldLayoutId id="2147483753" r:id="rId7"/>
    <p:sldLayoutId id="2147483754" r:id="rId8"/>
    <p:sldLayoutId id="2147483755" r:id="rId9"/>
    <p:sldLayoutId id="2147483756" r:id="rId10"/>
    <p:sldLayoutId id="2147483757" r:id="rId11"/>
    <p:sldLayoutId id="2147483758" r:id="rId12"/>
    <p:sldLayoutId id="2147483759" r:id="rId13"/>
    <p:sldLayoutId id="2147483760" r:id="rId14"/>
    <p:sldLayoutId id="2147483761" r:id="rId15"/>
    <p:sldLayoutId id="2147483762"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grpSp>
        <p:nvGrpSpPr>
          <p:cNvPr id="8" name="Group 7"/>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C30A7B0B-798E-42E8-801B-411E4F0C5E42}" type="datetimeFigureOut">
              <a:rPr lang="en-IN" smtClean="0"/>
              <a:t>16-06-2026</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E23E5D5D-2A7A-47EE-A6F4-61937E7E3E5A}" type="slidenum">
              <a:rPr lang="en-IN" smtClean="0"/>
              <a:t>‹#›</a:t>
            </a:fld>
            <a:endParaRPr lang="en-IN"/>
          </a:p>
        </p:txBody>
      </p:sp>
    </p:spTree>
    <p:extLst>
      <p:ext uri="{BB962C8B-B14F-4D97-AF65-F5344CB8AC3E}">
        <p14:creationId xmlns:p14="http://schemas.microsoft.com/office/powerpoint/2010/main" val="2622630328"/>
      </p:ext>
    </p:extLst>
  </p:cSld>
  <p:clrMap bg1="dk1" tx1="lt1" bg2="dk2" tx2="lt2" accent1="accent1" accent2="accent2" accent3="accent3" accent4="accent4" accent5="accent5" accent6="accent6" hlink="hlink" folHlink="folHlink"/>
  <p:sldLayoutIdLst>
    <p:sldLayoutId id="2147483798" r:id="rId1"/>
    <p:sldLayoutId id="2147483799" r:id="rId2"/>
    <p:sldLayoutId id="2147483800" r:id="rId3"/>
    <p:sldLayoutId id="2147483801" r:id="rId4"/>
    <p:sldLayoutId id="2147483802" r:id="rId5"/>
    <p:sldLayoutId id="2147483803" r:id="rId6"/>
    <p:sldLayoutId id="2147483804" r:id="rId7"/>
    <p:sldLayoutId id="2147483805" r:id="rId8"/>
    <p:sldLayoutId id="2147483806" r:id="rId9"/>
    <p:sldLayoutId id="2147483807" r:id="rId10"/>
    <p:sldLayoutId id="2147483808" r:id="rId11"/>
    <p:sldLayoutId id="2147483809" r:id="rId12"/>
    <p:sldLayoutId id="2147483810" r:id="rId13"/>
    <p:sldLayoutId id="2147483811" r:id="rId14"/>
    <p:sldLayoutId id="2147483812" r:id="rId15"/>
    <p:sldLayoutId id="2147483813"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8.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8.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18.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0B7B49-B743-C612-81FF-3C3C9AB073D7}"/>
              </a:ext>
            </a:extLst>
          </p:cNvPr>
          <p:cNvSpPr>
            <a:spLocks noGrp="1"/>
          </p:cNvSpPr>
          <p:nvPr>
            <p:ph type="title"/>
          </p:nvPr>
        </p:nvSpPr>
        <p:spPr/>
        <p:txBody>
          <a:bodyPr>
            <a:normAutofit fontScale="90000"/>
          </a:bodyPr>
          <a:lstStyle/>
          <a:p>
            <a:pPr algn="l"/>
            <a:r>
              <a:rPr lang="en-US" sz="6000" dirty="0">
                <a:solidFill>
                  <a:srgbClr val="FFFFFF"/>
                </a:solidFill>
              </a:rPr>
              <a:t>PII DETECTOR AND MASKER</a:t>
            </a:r>
            <a:endParaRPr lang="en-IN" sz="6000" dirty="0">
              <a:solidFill>
                <a:srgbClr val="FFFFFF"/>
              </a:solidFill>
            </a:endParaRPr>
          </a:p>
        </p:txBody>
      </p:sp>
      <p:sp>
        <p:nvSpPr>
          <p:cNvPr id="3" name="Subtitle 2">
            <a:extLst>
              <a:ext uri="{FF2B5EF4-FFF2-40B4-BE49-F238E27FC236}">
                <a16:creationId xmlns:a16="http://schemas.microsoft.com/office/drawing/2014/main" id="{C0B4B3C9-8554-8373-9FA4-F2A7B51ED16E}"/>
              </a:ext>
            </a:extLst>
          </p:cNvPr>
          <p:cNvSpPr>
            <a:spLocks noGrp="1"/>
          </p:cNvSpPr>
          <p:nvPr>
            <p:ph sz="half" idx="1"/>
          </p:nvPr>
        </p:nvSpPr>
        <p:spPr>
          <a:xfrm>
            <a:off x="3501887" y="3697358"/>
            <a:ext cx="3310527" cy="2063541"/>
          </a:xfrm>
          <a:pattFill prst="pct5">
            <a:fgClr>
              <a:schemeClr val="bg2"/>
            </a:fgClr>
            <a:bgClr>
              <a:schemeClr val="bg1"/>
            </a:bgClr>
          </a:pattFill>
        </p:spPr>
        <p:txBody>
          <a:bodyPr>
            <a:normAutofit/>
          </a:bodyPr>
          <a:lstStyle/>
          <a:p>
            <a:pPr algn="l"/>
            <a:r>
              <a:rPr lang="en-IN" dirty="0">
                <a:solidFill>
                  <a:srgbClr val="FFFFFF">
                    <a:alpha val="70000"/>
                  </a:srgbClr>
                </a:solidFill>
              </a:rPr>
              <a:t>Submitted by Team 13 </a:t>
            </a:r>
          </a:p>
          <a:p>
            <a:pPr marL="0" indent="0" algn="l">
              <a:buNone/>
            </a:pPr>
            <a:r>
              <a:rPr lang="en-IN" dirty="0">
                <a:solidFill>
                  <a:srgbClr val="FFFFFF">
                    <a:alpha val="70000"/>
                  </a:srgbClr>
                </a:solidFill>
              </a:rPr>
              <a:t>V. Anjali</a:t>
            </a:r>
          </a:p>
          <a:p>
            <a:pPr marL="0" indent="0" algn="l">
              <a:buNone/>
            </a:pPr>
            <a:r>
              <a:rPr lang="en-IN" dirty="0">
                <a:solidFill>
                  <a:srgbClr val="FFFFFF">
                    <a:alpha val="70000"/>
                  </a:srgbClr>
                </a:solidFill>
              </a:rPr>
              <a:t>S. Venkata Hemanth Kumar</a:t>
            </a:r>
          </a:p>
          <a:p>
            <a:pPr marL="0" indent="0" algn="l">
              <a:buNone/>
            </a:pPr>
            <a:r>
              <a:rPr lang="en-IN" dirty="0">
                <a:solidFill>
                  <a:srgbClr val="FFFFFF">
                    <a:alpha val="70000"/>
                  </a:srgbClr>
                </a:solidFill>
              </a:rPr>
              <a:t>K. Sai sri</a:t>
            </a:r>
          </a:p>
          <a:p>
            <a:pPr marL="0" indent="0" algn="l">
              <a:buNone/>
            </a:pPr>
            <a:r>
              <a:rPr lang="en-IN" dirty="0">
                <a:solidFill>
                  <a:srgbClr val="FFFFFF">
                    <a:alpha val="70000"/>
                  </a:srgbClr>
                </a:solidFill>
              </a:rPr>
              <a:t>S. Sri Ramya</a:t>
            </a:r>
          </a:p>
        </p:txBody>
      </p:sp>
      <p:sp useBgFill="1">
        <p:nvSpPr>
          <p:cNvPr id="4" name="Content Placeholder 3">
            <a:extLst>
              <a:ext uri="{FF2B5EF4-FFF2-40B4-BE49-F238E27FC236}">
                <a16:creationId xmlns:a16="http://schemas.microsoft.com/office/drawing/2014/main" id="{03F30C11-EDFC-2A66-C22A-20F101438E44}"/>
              </a:ext>
            </a:extLst>
          </p:cNvPr>
          <p:cNvSpPr>
            <a:spLocks noGrp="1"/>
          </p:cNvSpPr>
          <p:nvPr>
            <p:ph sz="half" idx="2"/>
          </p:nvPr>
        </p:nvSpPr>
        <p:spPr>
          <a:xfrm>
            <a:off x="3387586" y="1999973"/>
            <a:ext cx="3737909" cy="1160670"/>
          </a:xfrm>
        </p:spPr>
        <p:txBody>
          <a:bodyPr>
            <a:normAutofit/>
          </a:bodyPr>
          <a:lstStyle/>
          <a:p>
            <a:r>
              <a:rPr lang="en-IN" b="1" dirty="0">
                <a:highlight>
                  <a:srgbClr val="008000"/>
                </a:highlight>
              </a:rPr>
              <a:t>Category</a:t>
            </a:r>
            <a:r>
              <a:rPr lang="en-IN" dirty="0">
                <a:highlight>
                  <a:srgbClr val="008000"/>
                </a:highlight>
              </a:rPr>
              <a:t>: Data Engineering</a:t>
            </a:r>
          </a:p>
        </p:txBody>
      </p:sp>
    </p:spTree>
    <p:extLst>
      <p:ext uri="{BB962C8B-B14F-4D97-AF65-F5344CB8AC3E}">
        <p14:creationId xmlns:p14="http://schemas.microsoft.com/office/powerpoint/2010/main" val="38095310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1BCE49-1477-1717-D511-0C6B88140FA2}"/>
              </a:ext>
            </a:extLst>
          </p:cNvPr>
          <p:cNvSpPr>
            <a:spLocks noGrp="1"/>
          </p:cNvSpPr>
          <p:nvPr>
            <p:ph type="title"/>
          </p:nvPr>
        </p:nvSpPr>
        <p:spPr/>
        <p:txBody>
          <a:bodyPr anchor="t">
            <a:normAutofit/>
          </a:bodyPr>
          <a:lstStyle/>
          <a:p>
            <a:r>
              <a:rPr lang="en-US"/>
              <a:t>Interface:</a:t>
            </a:r>
            <a:endParaRPr lang="en-IN" dirty="0"/>
          </a:p>
        </p:txBody>
      </p:sp>
      <p:sp>
        <p:nvSpPr>
          <p:cNvPr id="9" name="Content Placeholder 8">
            <a:extLst>
              <a:ext uri="{FF2B5EF4-FFF2-40B4-BE49-F238E27FC236}">
                <a16:creationId xmlns:a16="http://schemas.microsoft.com/office/drawing/2014/main" id="{F71CABA6-0479-DBB8-A195-015A13886051}"/>
              </a:ext>
            </a:extLst>
          </p:cNvPr>
          <p:cNvSpPr>
            <a:spLocks noGrp="1"/>
          </p:cNvSpPr>
          <p:nvPr>
            <p:ph idx="1"/>
          </p:nvPr>
        </p:nvSpPr>
        <p:spPr>
          <a:xfrm>
            <a:off x="6336286" y="2160589"/>
            <a:ext cx="3250165" cy="3880773"/>
          </a:xfrm>
        </p:spPr>
        <p:txBody>
          <a:bodyPr>
            <a:normAutofit lnSpcReduction="10000"/>
          </a:bodyPr>
          <a:lstStyle/>
          <a:p>
            <a:r>
              <a:rPr lang="en-US" dirty="0"/>
              <a:t>Simple and user-friendly interface for easy operation.</a:t>
            </a:r>
          </a:p>
          <a:p>
            <a:r>
              <a:rPr lang="en-US" dirty="0"/>
              <a:t>Supports uploading datasets in CSV and JSON formats.</a:t>
            </a:r>
          </a:p>
          <a:p>
            <a:r>
              <a:rPr lang="en-US" dirty="0"/>
              <a:t>Displays detected PII categories clearly.</a:t>
            </a:r>
          </a:p>
          <a:p>
            <a:r>
              <a:rPr lang="en-US" dirty="0"/>
              <a:t>Shows masked output data in a structured format.</a:t>
            </a:r>
          </a:p>
          <a:p>
            <a:r>
              <a:rPr lang="en-US" dirty="0"/>
              <a:t>Generates a detailed PII detection report.</a:t>
            </a:r>
          </a:p>
        </p:txBody>
      </p:sp>
      <p:pic>
        <p:nvPicPr>
          <p:cNvPr id="5" name="Content Placeholder 4">
            <a:extLst>
              <a:ext uri="{FF2B5EF4-FFF2-40B4-BE49-F238E27FC236}">
                <a16:creationId xmlns:a16="http://schemas.microsoft.com/office/drawing/2014/main" id="{31FD604C-E7D8-2D76-707D-1FB88200CA09}"/>
              </a:ext>
            </a:extLst>
          </p:cNvPr>
          <p:cNvPicPr>
            <a:picLocks noChangeAspect="1"/>
          </p:cNvPicPr>
          <p:nvPr/>
        </p:nvPicPr>
        <p:blipFill>
          <a:blip r:embed="rId2">
            <a:extLst>
              <a:ext uri="{28A0092B-C50C-407E-A947-70E740481C1C}">
                <a14:useLocalDpi xmlns:a14="http://schemas.microsoft.com/office/drawing/2010/main" val="0"/>
              </a:ext>
            </a:extLst>
          </a:blip>
          <a:srcRect l="14864" r="15290" b="1"/>
          <a:stretch>
            <a:fillRect/>
          </a:stretch>
        </p:blipFill>
        <p:spPr>
          <a:xfrm>
            <a:off x="677334" y="2159331"/>
            <a:ext cx="5423429" cy="3882362"/>
          </a:xfrm>
          <a:prstGeom prst="rect">
            <a:avLst/>
          </a:prstGeom>
        </p:spPr>
      </p:pic>
    </p:spTree>
    <p:extLst>
      <p:ext uri="{BB962C8B-B14F-4D97-AF65-F5344CB8AC3E}">
        <p14:creationId xmlns:p14="http://schemas.microsoft.com/office/powerpoint/2010/main" val="23210425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C481BE-FC97-B77C-604C-13F76E4EC9C7}"/>
              </a:ext>
            </a:extLst>
          </p:cNvPr>
          <p:cNvSpPr>
            <a:spLocks noGrp="1"/>
          </p:cNvSpPr>
          <p:nvPr>
            <p:ph type="title"/>
          </p:nvPr>
        </p:nvSpPr>
        <p:spPr>
          <a:xfrm>
            <a:off x="677334" y="609600"/>
            <a:ext cx="3843375" cy="5175624"/>
          </a:xfrm>
        </p:spPr>
        <p:txBody>
          <a:bodyPr anchor="ctr">
            <a:normAutofit/>
          </a:bodyPr>
          <a:lstStyle/>
          <a:p>
            <a:r>
              <a:rPr lang="en-US">
                <a:solidFill>
                  <a:schemeClr val="tx1">
                    <a:lumMod val="85000"/>
                    <a:lumOff val="15000"/>
                  </a:schemeClr>
                </a:solidFill>
              </a:rPr>
              <a:t>Problem Statement:</a:t>
            </a:r>
            <a:br>
              <a:rPr lang="en-US">
                <a:solidFill>
                  <a:schemeClr val="tx1">
                    <a:lumMod val="85000"/>
                    <a:lumOff val="15000"/>
                  </a:schemeClr>
                </a:solidFill>
              </a:rPr>
            </a:br>
            <a:endParaRPr lang="en-IN">
              <a:solidFill>
                <a:schemeClr val="tx1">
                  <a:lumMod val="85000"/>
                  <a:lumOff val="15000"/>
                </a:schemeClr>
              </a:solidFill>
            </a:endParaRPr>
          </a:p>
        </p:txBody>
      </p:sp>
      <p:sp>
        <p:nvSpPr>
          <p:cNvPr id="3" name="Content Placeholder 2">
            <a:extLst>
              <a:ext uri="{FF2B5EF4-FFF2-40B4-BE49-F238E27FC236}">
                <a16:creationId xmlns:a16="http://schemas.microsoft.com/office/drawing/2014/main" id="{C4F9EB4E-E283-635A-B321-DF37002B86A5}"/>
              </a:ext>
            </a:extLst>
          </p:cNvPr>
          <p:cNvSpPr>
            <a:spLocks noGrp="1"/>
          </p:cNvSpPr>
          <p:nvPr>
            <p:ph idx="1"/>
          </p:nvPr>
        </p:nvSpPr>
        <p:spPr>
          <a:xfrm>
            <a:off x="6116084" y="609601"/>
            <a:ext cx="5511296" cy="5175624"/>
          </a:xfrm>
        </p:spPr>
        <p:txBody>
          <a:bodyPr anchor="ctr">
            <a:normAutofit/>
          </a:bodyPr>
          <a:lstStyle/>
          <a:p>
            <a:r>
              <a:rPr lang="en-US">
                <a:solidFill>
                  <a:srgbClr val="FFFFFF"/>
                </a:solidFill>
              </a:rPr>
              <a:t>Data breaches in 2024-2025 exposed millions of Aadhaar, phone, and email records in India</a:t>
            </a:r>
          </a:p>
          <a:p>
            <a:r>
              <a:rPr lang="en-US">
                <a:solidFill>
                  <a:srgbClr val="FFFFFF"/>
                </a:solidFill>
              </a:rPr>
              <a:t>DPDP Act 2023 and GDPR mandate strict protection of personal data. Non-compliance = heavy fines</a:t>
            </a:r>
          </a:p>
          <a:p>
            <a:r>
              <a:rPr lang="en-US">
                <a:solidFill>
                  <a:srgbClr val="FFFFFF"/>
                </a:solidFill>
              </a:rPr>
              <a:t>Manual redaction is infeasible for large datasets. Need automated, accurate, scalable solution</a:t>
            </a:r>
            <a:endParaRPr lang="en-IN">
              <a:solidFill>
                <a:srgbClr val="FFFFFF"/>
              </a:solidFill>
            </a:endParaRPr>
          </a:p>
          <a:p>
            <a:r>
              <a:rPr lang="en-IN">
                <a:solidFill>
                  <a:srgbClr val="FFFFFF"/>
                </a:solidFill>
              </a:rPr>
              <a:t>Rising data breaches expose Aadhaar, phone, email, financial data</a:t>
            </a:r>
          </a:p>
          <a:p>
            <a:r>
              <a:rPr lang="en-IN">
                <a:solidFill>
                  <a:srgbClr val="FFFFFF"/>
                </a:solidFill>
              </a:rPr>
              <a:t>Non-compliance with GDPR, DPDP Act leads to legal and reputational risk</a:t>
            </a:r>
          </a:p>
          <a:p>
            <a:r>
              <a:rPr lang="en-IN">
                <a:solidFill>
                  <a:srgbClr val="FFFFFF"/>
                </a:solidFill>
              </a:rPr>
              <a:t>Manual redaction is slow, error-prone, and doesn’t scale</a:t>
            </a:r>
          </a:p>
        </p:txBody>
      </p:sp>
    </p:spTree>
    <p:extLst>
      <p:ext uri="{BB962C8B-B14F-4D97-AF65-F5344CB8AC3E}">
        <p14:creationId xmlns:p14="http://schemas.microsoft.com/office/powerpoint/2010/main" val="10235889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52AF2B-98D8-3794-2357-28218172E90F}"/>
              </a:ext>
            </a:extLst>
          </p:cNvPr>
          <p:cNvSpPr>
            <a:spLocks noGrp="1"/>
          </p:cNvSpPr>
          <p:nvPr>
            <p:ph type="title"/>
          </p:nvPr>
        </p:nvSpPr>
        <p:spPr/>
        <p:txBody>
          <a:bodyPr>
            <a:normAutofit/>
          </a:bodyPr>
          <a:lstStyle/>
          <a:p>
            <a:r>
              <a:rPr lang="en-US" dirty="0"/>
              <a:t>What is PII?</a:t>
            </a:r>
            <a:endParaRPr lang="en-IN" dirty="0"/>
          </a:p>
        </p:txBody>
      </p:sp>
      <p:sp>
        <p:nvSpPr>
          <p:cNvPr id="3" name="Content Placeholder 2">
            <a:extLst>
              <a:ext uri="{FF2B5EF4-FFF2-40B4-BE49-F238E27FC236}">
                <a16:creationId xmlns:a16="http://schemas.microsoft.com/office/drawing/2014/main" id="{29EF07F2-33A8-A518-ECDE-EEE75958C22D}"/>
              </a:ext>
            </a:extLst>
          </p:cNvPr>
          <p:cNvSpPr>
            <a:spLocks noGrp="1"/>
          </p:cNvSpPr>
          <p:nvPr>
            <p:ph idx="1"/>
          </p:nvPr>
        </p:nvSpPr>
        <p:spPr/>
        <p:txBody>
          <a:bodyPr>
            <a:normAutofit/>
          </a:bodyPr>
          <a:lstStyle/>
          <a:p>
            <a:r>
              <a:rPr lang="en-US" dirty="0"/>
              <a:t>Sensitive PII: Aadhaar, PAN, Passport, Bank details</a:t>
            </a:r>
          </a:p>
          <a:p>
            <a:r>
              <a:rPr lang="en-US" dirty="0"/>
              <a:t>Non-sensitive PII: Email, Phone, Address, Name</a:t>
            </a:r>
          </a:p>
          <a:p>
            <a:r>
              <a:rPr lang="en-US" dirty="0"/>
              <a:t>Direct identifiers: Aadhaar, PAN, Passport, Phone, Email. Can identify a person alone</a:t>
            </a:r>
          </a:p>
          <a:p>
            <a:r>
              <a:rPr lang="en-US" dirty="0"/>
              <a:t>Quasi-identifiers: Age, Gender, Address. Can identify when combined</a:t>
            </a:r>
          </a:p>
          <a:p>
            <a:r>
              <a:rPr lang="en-US" dirty="0"/>
              <a:t>Sensitive vs Non-sensitive: Health, financial data are sensitive. Name, city are less sensitive but still risky</a:t>
            </a:r>
          </a:p>
          <a:p>
            <a:r>
              <a:rPr lang="en-US" dirty="0"/>
              <a:t>Goal: Identify and protect data that can lead to identity theft</a:t>
            </a:r>
            <a:endParaRPr lang="en-IN" dirty="0"/>
          </a:p>
        </p:txBody>
      </p:sp>
    </p:spTree>
    <p:extLst>
      <p:ext uri="{BB962C8B-B14F-4D97-AF65-F5344CB8AC3E}">
        <p14:creationId xmlns:p14="http://schemas.microsoft.com/office/powerpoint/2010/main" val="16068298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77221-D2BA-D6B3-C1DE-359CACC2BF80}"/>
              </a:ext>
            </a:extLst>
          </p:cNvPr>
          <p:cNvSpPr>
            <a:spLocks noGrp="1"/>
          </p:cNvSpPr>
          <p:nvPr>
            <p:ph type="title"/>
          </p:nvPr>
        </p:nvSpPr>
        <p:spPr>
          <a:xfrm>
            <a:off x="677334" y="609600"/>
            <a:ext cx="3843375" cy="5175624"/>
          </a:xfrm>
        </p:spPr>
        <p:txBody>
          <a:bodyPr anchor="ctr">
            <a:normAutofit/>
          </a:bodyPr>
          <a:lstStyle/>
          <a:p>
            <a:r>
              <a:rPr lang="en-US" dirty="0">
                <a:solidFill>
                  <a:schemeClr val="tx1">
                    <a:lumMod val="85000"/>
                    <a:lumOff val="15000"/>
                  </a:schemeClr>
                </a:solidFill>
              </a:rPr>
              <a:t>Objectives: </a:t>
            </a:r>
            <a:endParaRPr lang="en-IN" dirty="0">
              <a:solidFill>
                <a:schemeClr val="tx1">
                  <a:lumMod val="85000"/>
                  <a:lumOff val="15000"/>
                </a:schemeClr>
              </a:solidFill>
            </a:endParaRPr>
          </a:p>
        </p:txBody>
      </p:sp>
      <p:sp>
        <p:nvSpPr>
          <p:cNvPr id="3" name="Content Placeholder 2">
            <a:extLst>
              <a:ext uri="{FF2B5EF4-FFF2-40B4-BE49-F238E27FC236}">
                <a16:creationId xmlns:a16="http://schemas.microsoft.com/office/drawing/2014/main" id="{40DF3F46-AE1E-83FC-5184-8F17A95F241E}"/>
              </a:ext>
            </a:extLst>
          </p:cNvPr>
          <p:cNvSpPr>
            <a:spLocks noGrp="1"/>
          </p:cNvSpPr>
          <p:nvPr>
            <p:ph idx="1"/>
          </p:nvPr>
        </p:nvSpPr>
        <p:spPr>
          <a:xfrm>
            <a:off x="5161936" y="609601"/>
            <a:ext cx="5830530" cy="5175624"/>
          </a:xfrm>
        </p:spPr>
        <p:txBody>
          <a:bodyPr anchor="ctr">
            <a:normAutofit/>
          </a:bodyPr>
          <a:lstStyle/>
          <a:p>
            <a:r>
              <a:rPr lang="en-US" dirty="0">
                <a:solidFill>
                  <a:srgbClr val="FFFFFF"/>
                </a:solidFill>
              </a:rPr>
              <a:t>Detect PII entities in text, documents, and databases</a:t>
            </a:r>
          </a:p>
          <a:p>
            <a:r>
              <a:rPr lang="en-US" dirty="0">
                <a:solidFill>
                  <a:srgbClr val="FFFFFF"/>
                </a:solidFill>
              </a:rPr>
              <a:t>Classify PII type using rules + ML models</a:t>
            </a:r>
          </a:p>
          <a:p>
            <a:r>
              <a:rPr lang="en-US" dirty="0">
                <a:solidFill>
                  <a:srgbClr val="FFFFFF"/>
                </a:solidFill>
              </a:rPr>
              <a:t>Mask or redact data while preserving format and utility</a:t>
            </a:r>
          </a:p>
          <a:p>
            <a:r>
              <a:rPr lang="en-IN" dirty="0">
                <a:solidFill>
                  <a:srgbClr val="FFFFFF"/>
                </a:solidFill>
              </a:rPr>
              <a:t>Detect PII across unstructured text, PDFs, CSVs, and database dumps</a:t>
            </a:r>
          </a:p>
          <a:p>
            <a:r>
              <a:rPr lang="en-IN" dirty="0">
                <a:solidFill>
                  <a:srgbClr val="FFFFFF"/>
                </a:solidFill>
              </a:rPr>
              <a:t>Classify PII into types like Name, Email, Financial ID using rules and ML</a:t>
            </a:r>
          </a:p>
          <a:p>
            <a:r>
              <a:rPr lang="en-IN" dirty="0">
                <a:solidFill>
                  <a:srgbClr val="FFFFFF"/>
                </a:solidFill>
              </a:rPr>
              <a:t>Mask data using reversible and non-reversible methods without breaking data format</a:t>
            </a:r>
          </a:p>
          <a:p>
            <a:r>
              <a:rPr lang="en-IN" dirty="0">
                <a:solidFill>
                  <a:srgbClr val="FFFFFF"/>
                </a:solidFill>
              </a:rPr>
              <a:t>Maintain high precision and low latency for real-world use</a:t>
            </a:r>
          </a:p>
        </p:txBody>
      </p:sp>
    </p:spTree>
    <p:extLst>
      <p:ext uri="{BB962C8B-B14F-4D97-AF65-F5344CB8AC3E}">
        <p14:creationId xmlns:p14="http://schemas.microsoft.com/office/powerpoint/2010/main" val="37434684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73FF3A-292A-3CCE-8572-ED7D89C44920}"/>
              </a:ext>
            </a:extLst>
          </p:cNvPr>
          <p:cNvSpPr>
            <a:spLocks noGrp="1"/>
          </p:cNvSpPr>
          <p:nvPr>
            <p:ph type="title"/>
          </p:nvPr>
        </p:nvSpPr>
        <p:spPr>
          <a:xfrm>
            <a:off x="1600199" y="4571999"/>
            <a:ext cx="7673801" cy="1087656"/>
          </a:xfrm>
        </p:spPr>
        <p:txBody>
          <a:bodyPr vert="horz" lIns="91440" tIns="45720" rIns="91440" bIns="45720" rtlCol="0" anchor="b">
            <a:normAutofit/>
          </a:bodyPr>
          <a:lstStyle/>
          <a:p>
            <a:r>
              <a:rPr lang="en-US" sz="4800" kern="1200">
                <a:solidFill>
                  <a:schemeClr val="accent1"/>
                </a:solidFill>
                <a:latin typeface="+mj-lt"/>
                <a:ea typeface="+mj-ea"/>
                <a:cs typeface="+mj-cs"/>
              </a:rPr>
              <a:t>Example Csv dataset:</a:t>
            </a:r>
          </a:p>
        </p:txBody>
      </p:sp>
      <p:pic>
        <p:nvPicPr>
          <p:cNvPr id="5" name="Content Placeholder 4">
            <a:extLst>
              <a:ext uri="{FF2B5EF4-FFF2-40B4-BE49-F238E27FC236}">
                <a16:creationId xmlns:a16="http://schemas.microsoft.com/office/drawing/2014/main" id="{0F91A636-A9D8-3076-CCCA-796E687B53B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p:blipFill>
        <p:spPr>
          <a:xfrm>
            <a:off x="1600201" y="609600"/>
            <a:ext cx="6808143" cy="3642357"/>
          </a:xfrm>
          <a:prstGeom prst="rect">
            <a:avLst/>
          </a:prstGeom>
        </p:spPr>
      </p:pic>
    </p:spTree>
    <p:extLst>
      <p:ext uri="{BB962C8B-B14F-4D97-AF65-F5344CB8AC3E}">
        <p14:creationId xmlns:p14="http://schemas.microsoft.com/office/powerpoint/2010/main" val="25862795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8E450-70B2-6492-EFD7-73EE094C83C0}"/>
              </a:ext>
            </a:extLst>
          </p:cNvPr>
          <p:cNvSpPr>
            <a:spLocks noGrp="1"/>
          </p:cNvSpPr>
          <p:nvPr>
            <p:ph type="title"/>
          </p:nvPr>
        </p:nvSpPr>
        <p:spPr>
          <a:xfrm>
            <a:off x="1600199" y="4571999"/>
            <a:ext cx="7673801" cy="1087656"/>
          </a:xfrm>
        </p:spPr>
        <p:txBody>
          <a:bodyPr vert="horz" lIns="91440" tIns="45720" rIns="91440" bIns="45720" rtlCol="0" anchor="b">
            <a:normAutofit/>
          </a:bodyPr>
          <a:lstStyle/>
          <a:p>
            <a:r>
              <a:rPr lang="en-US" sz="4800" kern="1200">
                <a:solidFill>
                  <a:schemeClr val="accent1"/>
                </a:solidFill>
                <a:latin typeface="+mj-lt"/>
                <a:ea typeface="+mj-ea"/>
                <a:cs typeface="+mj-cs"/>
              </a:rPr>
              <a:t>Masked Dataset</a:t>
            </a:r>
          </a:p>
        </p:txBody>
      </p:sp>
      <p:pic>
        <p:nvPicPr>
          <p:cNvPr id="5" name="Content Placeholder 4">
            <a:extLst>
              <a:ext uri="{FF2B5EF4-FFF2-40B4-BE49-F238E27FC236}">
                <a16:creationId xmlns:a16="http://schemas.microsoft.com/office/drawing/2014/main" id="{1EBBC1A1-785D-1D52-1618-0A9284A4034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00201" y="609600"/>
            <a:ext cx="6840107" cy="3642357"/>
          </a:xfrm>
          <a:prstGeom prst="rect">
            <a:avLst/>
          </a:prstGeom>
        </p:spPr>
      </p:pic>
    </p:spTree>
    <p:extLst>
      <p:ext uri="{BB962C8B-B14F-4D97-AF65-F5344CB8AC3E}">
        <p14:creationId xmlns:p14="http://schemas.microsoft.com/office/powerpoint/2010/main" val="25825378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6E9208-54C7-EC08-38D2-97CF68167813}"/>
              </a:ext>
            </a:extLst>
          </p:cNvPr>
          <p:cNvSpPr>
            <a:spLocks noGrp="1"/>
          </p:cNvSpPr>
          <p:nvPr>
            <p:ph type="title"/>
          </p:nvPr>
        </p:nvSpPr>
        <p:spPr>
          <a:xfrm>
            <a:off x="1286933" y="609600"/>
            <a:ext cx="10197494" cy="1099457"/>
          </a:xfrm>
        </p:spPr>
        <p:txBody>
          <a:bodyPr>
            <a:normAutofit/>
          </a:bodyPr>
          <a:lstStyle/>
          <a:p>
            <a:r>
              <a:rPr lang="en-US" dirty="0"/>
              <a:t>System Architecture/Workflow:</a:t>
            </a:r>
            <a:endParaRPr lang="en-IN" dirty="0"/>
          </a:p>
        </p:txBody>
      </p:sp>
      <p:graphicFrame>
        <p:nvGraphicFramePr>
          <p:cNvPr id="13" name="Content Placeholder 12">
            <a:extLst>
              <a:ext uri="{FF2B5EF4-FFF2-40B4-BE49-F238E27FC236}">
                <a16:creationId xmlns:a16="http://schemas.microsoft.com/office/drawing/2014/main" id="{2758467F-6F00-A207-CE15-08BE58FE2493}"/>
              </a:ext>
            </a:extLst>
          </p:cNvPr>
          <p:cNvGraphicFramePr>
            <a:graphicFrameLocks noGrp="1"/>
          </p:cNvGraphicFramePr>
          <p:nvPr>
            <p:ph idx="1"/>
            <p:extLst>
              <p:ext uri="{D42A27DB-BD31-4B8C-83A1-F6EECF244321}">
                <p14:modId xmlns:p14="http://schemas.microsoft.com/office/powerpoint/2010/main" val="3571670705"/>
              </p:ext>
            </p:extLst>
          </p:nvPr>
        </p:nvGraphicFramePr>
        <p:xfrm>
          <a:off x="677334" y="1709057"/>
          <a:ext cx="8596668" cy="43323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466774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C4F22E-8125-408A-E53B-6A4C30AA28C1}"/>
              </a:ext>
            </a:extLst>
          </p:cNvPr>
          <p:cNvSpPr>
            <a:spLocks noGrp="1"/>
          </p:cNvSpPr>
          <p:nvPr>
            <p:ph type="title"/>
          </p:nvPr>
        </p:nvSpPr>
        <p:spPr>
          <a:xfrm>
            <a:off x="1600199" y="4571999"/>
            <a:ext cx="7673801" cy="1087656"/>
          </a:xfrm>
        </p:spPr>
        <p:txBody>
          <a:bodyPr vert="horz" lIns="91440" tIns="45720" rIns="91440" bIns="45720" rtlCol="0" anchor="b">
            <a:normAutofit/>
          </a:bodyPr>
          <a:lstStyle/>
          <a:p>
            <a:r>
              <a:rPr lang="en-US" sz="4800" kern="1200">
                <a:solidFill>
                  <a:schemeClr val="accent1"/>
                </a:solidFill>
                <a:latin typeface="+mj-lt"/>
                <a:ea typeface="+mj-ea"/>
                <a:cs typeface="+mj-cs"/>
              </a:rPr>
              <a:t>Detection Analysis:</a:t>
            </a:r>
          </a:p>
        </p:txBody>
      </p:sp>
      <p:pic>
        <p:nvPicPr>
          <p:cNvPr id="5" name="Content Placeholder 4">
            <a:extLst>
              <a:ext uri="{FF2B5EF4-FFF2-40B4-BE49-F238E27FC236}">
                <a16:creationId xmlns:a16="http://schemas.microsoft.com/office/drawing/2014/main" id="{1B1800A7-DDA1-8B78-DFA4-12837FC9AA5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00201" y="609600"/>
            <a:ext cx="7177058" cy="3642357"/>
          </a:xfrm>
          <a:prstGeom prst="rect">
            <a:avLst/>
          </a:prstGeom>
        </p:spPr>
      </p:pic>
    </p:spTree>
    <p:extLst>
      <p:ext uri="{BB962C8B-B14F-4D97-AF65-F5344CB8AC3E}">
        <p14:creationId xmlns:p14="http://schemas.microsoft.com/office/powerpoint/2010/main" val="2329758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83271E-23F8-F77A-57DC-493E6D304490}"/>
              </a:ext>
            </a:extLst>
          </p:cNvPr>
          <p:cNvSpPr>
            <a:spLocks noGrp="1"/>
          </p:cNvSpPr>
          <p:nvPr>
            <p:ph type="title"/>
          </p:nvPr>
        </p:nvSpPr>
        <p:spPr/>
        <p:txBody>
          <a:bodyPr/>
          <a:lstStyle/>
          <a:p>
            <a:r>
              <a:rPr lang="en-US" dirty="0"/>
              <a:t>Tech Stack &amp; Models:</a:t>
            </a:r>
            <a:endParaRPr lang="en-IN" dirty="0"/>
          </a:p>
        </p:txBody>
      </p:sp>
      <p:graphicFrame>
        <p:nvGraphicFramePr>
          <p:cNvPr id="10" name="Content Placeholder 9">
            <a:extLst>
              <a:ext uri="{FF2B5EF4-FFF2-40B4-BE49-F238E27FC236}">
                <a16:creationId xmlns:a16="http://schemas.microsoft.com/office/drawing/2014/main" id="{7D7F48E9-67C5-E1D0-8783-CDDA57631172}"/>
              </a:ext>
            </a:extLst>
          </p:cNvPr>
          <p:cNvGraphicFramePr>
            <a:graphicFrameLocks noGrp="1"/>
          </p:cNvGraphicFramePr>
          <p:nvPr>
            <p:ph idx="1"/>
            <p:extLst>
              <p:ext uri="{D42A27DB-BD31-4B8C-83A1-F6EECF244321}">
                <p14:modId xmlns:p14="http://schemas.microsoft.com/office/powerpoint/2010/main" val="3723392986"/>
              </p:ext>
            </p:extLst>
          </p:nvPr>
        </p:nvGraphicFramePr>
        <p:xfrm>
          <a:off x="677863" y="1679713"/>
          <a:ext cx="8596312" cy="472108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366435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ABCA14-EE64-FD48-5EA6-2EB0C429DBE0}"/>
              </a:ext>
            </a:extLst>
          </p:cNvPr>
          <p:cNvSpPr>
            <a:spLocks noGrp="1"/>
          </p:cNvSpPr>
          <p:nvPr>
            <p:ph type="title"/>
          </p:nvPr>
        </p:nvSpPr>
        <p:spPr>
          <a:xfrm>
            <a:off x="677334" y="609600"/>
            <a:ext cx="3843375" cy="5175624"/>
          </a:xfrm>
        </p:spPr>
        <p:txBody>
          <a:bodyPr anchor="ctr">
            <a:normAutofit/>
          </a:bodyPr>
          <a:lstStyle/>
          <a:p>
            <a:r>
              <a:rPr lang="en-US">
                <a:solidFill>
                  <a:schemeClr val="tx1">
                    <a:lumMod val="85000"/>
                    <a:lumOff val="15000"/>
                  </a:schemeClr>
                </a:solidFill>
              </a:rPr>
              <a:t>Implementation Details:</a:t>
            </a:r>
            <a:endParaRPr lang="en-IN">
              <a:solidFill>
                <a:schemeClr val="tx1">
                  <a:lumMod val="85000"/>
                  <a:lumOff val="15000"/>
                </a:schemeClr>
              </a:solidFill>
            </a:endParaRPr>
          </a:p>
        </p:txBody>
      </p:sp>
      <p:sp>
        <p:nvSpPr>
          <p:cNvPr id="3" name="Content Placeholder 2">
            <a:extLst>
              <a:ext uri="{FF2B5EF4-FFF2-40B4-BE49-F238E27FC236}">
                <a16:creationId xmlns:a16="http://schemas.microsoft.com/office/drawing/2014/main" id="{F309556C-1DD9-BBBD-4CFA-5FD860ACE881}"/>
              </a:ext>
            </a:extLst>
          </p:cNvPr>
          <p:cNvSpPr>
            <a:spLocks noGrp="1"/>
          </p:cNvSpPr>
          <p:nvPr>
            <p:ph idx="1"/>
          </p:nvPr>
        </p:nvSpPr>
        <p:spPr>
          <a:xfrm>
            <a:off x="6116084" y="609601"/>
            <a:ext cx="5511296" cy="5175624"/>
          </a:xfrm>
        </p:spPr>
        <p:txBody>
          <a:bodyPr anchor="ctr">
            <a:normAutofit/>
          </a:bodyPr>
          <a:lstStyle/>
          <a:p>
            <a:r>
              <a:rPr lang="en-IN">
                <a:solidFill>
                  <a:srgbClr val="FFFFFF"/>
                </a:solidFill>
              </a:rPr>
              <a:t>Hybrid Detection: Regex catches 100% of pattern-based PII. NER catches contextual mentions like “John’s email is…”</a:t>
            </a:r>
          </a:p>
          <a:p>
            <a:r>
              <a:rPr lang="en-IN">
                <a:solidFill>
                  <a:srgbClr val="FFFFFF"/>
                </a:solidFill>
              </a:rPr>
              <a:t>Custom Rules: Added regex for Indian formats: Aadhaar ^\d{4}\s\d{4}\s\d{4}$, PAN [A-Z]{5}[0-9]{4}[A-Z]Masking Strategies: Full mask: XXXXXXXX9012Partial mask: 9XXXXX9012 Hash: sha256 for irreversible masking</a:t>
            </a:r>
          </a:p>
          <a:p>
            <a:r>
              <a:rPr lang="en-IN">
                <a:solidFill>
                  <a:srgbClr val="FFFFFF"/>
                </a:solidFill>
              </a:rPr>
              <a:t>Tokenization: Replace with PERSON_1, EMAIL_1 for ML training</a:t>
            </a:r>
          </a:p>
          <a:p>
            <a:r>
              <a:rPr lang="en-IN">
                <a:solidFill>
                  <a:srgbClr val="FFFFFF"/>
                </a:solidFill>
              </a:rPr>
              <a:t>Post-processing: Validate format post-masking to avoid breaking CSV/JSON structure</a:t>
            </a:r>
          </a:p>
        </p:txBody>
      </p:sp>
    </p:spTree>
    <p:extLst>
      <p:ext uri="{BB962C8B-B14F-4D97-AF65-F5344CB8AC3E}">
        <p14:creationId xmlns:p14="http://schemas.microsoft.com/office/powerpoint/2010/main" val="38528616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328BA6-D640-4E4E-6036-CCEDE3BAA0B7}"/>
              </a:ext>
            </a:extLst>
          </p:cNvPr>
          <p:cNvSpPr>
            <a:spLocks noGrp="1"/>
          </p:cNvSpPr>
          <p:nvPr>
            <p:ph type="title"/>
          </p:nvPr>
        </p:nvSpPr>
        <p:spPr/>
        <p:txBody>
          <a:bodyPr/>
          <a:lstStyle/>
          <a:p>
            <a:r>
              <a:rPr lang="en-US" dirty="0"/>
              <a:t> Demo:</a:t>
            </a:r>
            <a:endParaRPr lang="en-IN" dirty="0"/>
          </a:p>
        </p:txBody>
      </p:sp>
      <p:sp>
        <p:nvSpPr>
          <p:cNvPr id="3" name="Content Placeholder 2">
            <a:extLst>
              <a:ext uri="{FF2B5EF4-FFF2-40B4-BE49-F238E27FC236}">
                <a16:creationId xmlns:a16="http://schemas.microsoft.com/office/drawing/2014/main" id="{F8A10875-0912-B64F-256C-9533912A5DA2}"/>
              </a:ext>
            </a:extLst>
          </p:cNvPr>
          <p:cNvSpPr>
            <a:spLocks noGrp="1"/>
          </p:cNvSpPr>
          <p:nvPr>
            <p:ph idx="1"/>
          </p:nvPr>
        </p:nvSpPr>
        <p:spPr>
          <a:xfrm>
            <a:off x="677334" y="2160589"/>
            <a:ext cx="5821789" cy="3880773"/>
          </a:xfrm>
        </p:spPr>
        <p:txBody>
          <a:bodyPr/>
          <a:lstStyle/>
          <a:p>
            <a:pPr>
              <a:buFont typeface="Wingdings" panose="05000000000000000000" pitchFamily="2" charset="2"/>
              <a:buChar char="q"/>
            </a:pPr>
            <a:r>
              <a:rPr lang="en-US" dirty="0"/>
              <a:t> The Demo showcases the complete workflow of the PII Detector &amp; Masker system. A dataset containing personal information is uploaded, processed through the detection engine, classified into PII categories, and then masked. Finally, the system generates a masked dataset and a detailed detection report for download.</a:t>
            </a:r>
            <a:endParaRPr lang="en-IN" dirty="0"/>
          </a:p>
        </p:txBody>
      </p:sp>
    </p:spTree>
    <p:extLst>
      <p:ext uri="{BB962C8B-B14F-4D97-AF65-F5344CB8AC3E}">
        <p14:creationId xmlns:p14="http://schemas.microsoft.com/office/powerpoint/2010/main" val="991205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C0AA03-A223-01C4-971C-A45EB4E6F93C}"/>
              </a:ext>
            </a:extLst>
          </p:cNvPr>
          <p:cNvSpPr>
            <a:spLocks noGrp="1"/>
          </p:cNvSpPr>
          <p:nvPr>
            <p:ph type="title"/>
          </p:nvPr>
        </p:nvSpPr>
        <p:spPr>
          <a:xfrm>
            <a:off x="1600199" y="4571999"/>
            <a:ext cx="7673801" cy="1356360"/>
          </a:xfrm>
        </p:spPr>
        <p:txBody>
          <a:bodyPr vert="horz" lIns="91440" tIns="45720" rIns="91440" bIns="45720" rtlCol="0" anchor="b">
            <a:normAutofit/>
          </a:bodyPr>
          <a:lstStyle/>
          <a:p>
            <a:r>
              <a:rPr lang="en-US" sz="4800" kern="1200" dirty="0">
                <a:solidFill>
                  <a:schemeClr val="accent1"/>
                </a:solidFill>
                <a:latin typeface="+mj-lt"/>
                <a:ea typeface="+mj-ea"/>
                <a:cs typeface="+mj-cs"/>
              </a:rPr>
              <a:t>Input: Dataset</a:t>
            </a:r>
          </a:p>
        </p:txBody>
      </p:sp>
      <p:pic>
        <p:nvPicPr>
          <p:cNvPr id="5" name="Content Placeholder 4">
            <a:extLst>
              <a:ext uri="{FF2B5EF4-FFF2-40B4-BE49-F238E27FC236}">
                <a16:creationId xmlns:a16="http://schemas.microsoft.com/office/drawing/2014/main" id="{D4A33E4D-B35A-92B4-6BBF-1AA74939E27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00199" y="929642"/>
            <a:ext cx="6872371" cy="3642357"/>
          </a:xfrm>
          <a:prstGeom prst="rect">
            <a:avLst/>
          </a:prstGeom>
        </p:spPr>
      </p:pic>
    </p:spTree>
    <p:extLst>
      <p:ext uri="{BB962C8B-B14F-4D97-AF65-F5344CB8AC3E}">
        <p14:creationId xmlns:p14="http://schemas.microsoft.com/office/powerpoint/2010/main" val="19644400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DF5C0F-83CB-A9B7-7EF0-00627257C5E6}"/>
              </a:ext>
            </a:extLst>
          </p:cNvPr>
          <p:cNvSpPr>
            <a:spLocks noGrp="1"/>
          </p:cNvSpPr>
          <p:nvPr>
            <p:ph type="title"/>
          </p:nvPr>
        </p:nvSpPr>
        <p:spPr>
          <a:xfrm>
            <a:off x="1600199" y="4571999"/>
            <a:ext cx="7673801" cy="1087656"/>
          </a:xfrm>
        </p:spPr>
        <p:txBody>
          <a:bodyPr vert="horz" lIns="91440" tIns="45720" rIns="91440" bIns="45720" rtlCol="0" anchor="b">
            <a:normAutofit/>
          </a:bodyPr>
          <a:lstStyle/>
          <a:p>
            <a:r>
              <a:rPr lang="en-US" sz="4800" kern="1200" dirty="0">
                <a:solidFill>
                  <a:schemeClr val="accent1"/>
                </a:solidFill>
                <a:latin typeface="+mj-lt"/>
                <a:ea typeface="+mj-ea"/>
                <a:cs typeface="+mj-cs"/>
              </a:rPr>
              <a:t>Output: Masked dataset</a:t>
            </a:r>
          </a:p>
        </p:txBody>
      </p:sp>
      <p:pic>
        <p:nvPicPr>
          <p:cNvPr id="9" name="Content Placeholder 8">
            <a:extLst>
              <a:ext uri="{FF2B5EF4-FFF2-40B4-BE49-F238E27FC236}">
                <a16:creationId xmlns:a16="http://schemas.microsoft.com/office/drawing/2014/main" id="{A516BEDF-CE6D-44AC-F042-AA099DF3114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p:blipFill>
        <p:spPr>
          <a:xfrm>
            <a:off x="1600201" y="609600"/>
            <a:ext cx="6872371" cy="3642357"/>
          </a:xfrm>
          <a:prstGeom prst="rect">
            <a:avLst/>
          </a:prstGeom>
        </p:spPr>
      </p:pic>
    </p:spTree>
    <p:extLst>
      <p:ext uri="{BB962C8B-B14F-4D97-AF65-F5344CB8AC3E}">
        <p14:creationId xmlns:p14="http://schemas.microsoft.com/office/powerpoint/2010/main" val="29755354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38EAC3-9D93-DA1B-6DC7-A42C484A5ECC}"/>
              </a:ext>
            </a:extLst>
          </p:cNvPr>
          <p:cNvSpPr>
            <a:spLocks noGrp="1"/>
          </p:cNvSpPr>
          <p:nvPr>
            <p:ph type="title"/>
          </p:nvPr>
        </p:nvSpPr>
        <p:spPr>
          <a:xfrm>
            <a:off x="1600199" y="4571999"/>
            <a:ext cx="7673801" cy="1087656"/>
          </a:xfrm>
        </p:spPr>
        <p:txBody>
          <a:bodyPr vert="horz" lIns="91440" tIns="45720" rIns="91440" bIns="45720" rtlCol="0" anchor="b">
            <a:normAutofit/>
          </a:bodyPr>
          <a:lstStyle/>
          <a:p>
            <a:r>
              <a:rPr lang="en-US" sz="4800" kern="1200">
                <a:solidFill>
                  <a:schemeClr val="accent1"/>
                </a:solidFill>
                <a:latin typeface="+mj-lt"/>
                <a:ea typeface="+mj-ea"/>
                <a:cs typeface="+mj-cs"/>
              </a:rPr>
              <a:t>Scan Analysis:</a:t>
            </a:r>
          </a:p>
        </p:txBody>
      </p:sp>
      <p:pic>
        <p:nvPicPr>
          <p:cNvPr id="5" name="Content Placeholder 4">
            <a:extLst>
              <a:ext uri="{FF2B5EF4-FFF2-40B4-BE49-F238E27FC236}">
                <a16:creationId xmlns:a16="http://schemas.microsoft.com/office/drawing/2014/main" id="{64584964-3301-D570-AD70-2F58312BF8D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00201" y="609600"/>
            <a:ext cx="7212588" cy="3642357"/>
          </a:xfrm>
          <a:prstGeom prst="rect">
            <a:avLst/>
          </a:prstGeom>
        </p:spPr>
      </p:pic>
    </p:spTree>
    <p:extLst>
      <p:ext uri="{BB962C8B-B14F-4D97-AF65-F5344CB8AC3E}">
        <p14:creationId xmlns:p14="http://schemas.microsoft.com/office/powerpoint/2010/main" val="10011387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CCD547-16DC-669A-FE54-E82EA2A4BD1E}"/>
              </a:ext>
            </a:extLst>
          </p:cNvPr>
          <p:cNvSpPr>
            <a:spLocks noGrp="1"/>
          </p:cNvSpPr>
          <p:nvPr>
            <p:ph type="title"/>
          </p:nvPr>
        </p:nvSpPr>
        <p:spPr>
          <a:xfrm>
            <a:off x="1286933" y="609600"/>
            <a:ext cx="10197494" cy="1099457"/>
          </a:xfrm>
        </p:spPr>
        <p:txBody>
          <a:bodyPr>
            <a:normAutofit/>
          </a:bodyPr>
          <a:lstStyle/>
          <a:p>
            <a:r>
              <a:rPr lang="en-US" dirty="0"/>
              <a:t>Challenges &amp; Future Scope:</a:t>
            </a:r>
            <a:endParaRPr lang="en-IN" dirty="0"/>
          </a:p>
        </p:txBody>
      </p:sp>
      <p:graphicFrame>
        <p:nvGraphicFramePr>
          <p:cNvPr id="5" name="Content Placeholder 2">
            <a:extLst>
              <a:ext uri="{FF2B5EF4-FFF2-40B4-BE49-F238E27FC236}">
                <a16:creationId xmlns:a16="http://schemas.microsoft.com/office/drawing/2014/main" id="{00DBF2C1-C879-40EB-A480-88734ACCF7F4}"/>
              </a:ext>
            </a:extLst>
          </p:cNvPr>
          <p:cNvGraphicFramePr>
            <a:graphicFrameLocks noGrp="1"/>
          </p:cNvGraphicFramePr>
          <p:nvPr>
            <p:ph idx="1"/>
            <p:extLst>
              <p:ext uri="{D42A27DB-BD31-4B8C-83A1-F6EECF244321}">
                <p14:modId xmlns:p14="http://schemas.microsoft.com/office/powerpoint/2010/main" val="3093758520"/>
              </p:ext>
            </p:extLst>
          </p:nvPr>
        </p:nvGraphicFramePr>
        <p:xfrm>
          <a:off x="1286933" y="1948543"/>
          <a:ext cx="9618133" cy="409348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646464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4B893E-3D94-1321-280A-FCCAA153D933}"/>
              </a:ext>
            </a:extLst>
          </p:cNvPr>
          <p:cNvSpPr>
            <a:spLocks noGrp="1"/>
          </p:cNvSpPr>
          <p:nvPr>
            <p:ph type="title"/>
          </p:nvPr>
        </p:nvSpPr>
        <p:spPr/>
        <p:txBody>
          <a:bodyPr/>
          <a:lstStyle/>
          <a:p>
            <a:r>
              <a:rPr lang="en-US" dirty="0"/>
              <a:t>Conclusion:</a:t>
            </a:r>
            <a:endParaRPr lang="en-IN" dirty="0"/>
          </a:p>
        </p:txBody>
      </p:sp>
      <p:sp>
        <p:nvSpPr>
          <p:cNvPr id="3" name="Content Placeholder 2">
            <a:extLst>
              <a:ext uri="{FF2B5EF4-FFF2-40B4-BE49-F238E27FC236}">
                <a16:creationId xmlns:a16="http://schemas.microsoft.com/office/drawing/2014/main" id="{4217A4DD-D48F-5A33-4A92-DAADDEC691BC}"/>
              </a:ext>
            </a:extLst>
          </p:cNvPr>
          <p:cNvSpPr>
            <a:spLocks noGrp="1"/>
          </p:cNvSpPr>
          <p:nvPr>
            <p:ph idx="1"/>
          </p:nvPr>
        </p:nvSpPr>
        <p:spPr>
          <a:xfrm>
            <a:off x="677334" y="2160589"/>
            <a:ext cx="7087045" cy="4087811"/>
          </a:xfrm>
        </p:spPr>
        <p:txBody>
          <a:bodyPr/>
          <a:lstStyle/>
          <a:p>
            <a:r>
              <a:rPr lang="en-IN" dirty="0"/>
              <a:t>The PII Detector &amp; Masker successfully identifies and protects sensitive information present in datasets. By combining Regex-based pattern matching with LLM-based intelligent detection, the system accurately detects Personally Identifiable Information such as emails, phone numbers, PAN numbers, and Aadhaar numbers. The masking process ensures data privacy while maintaining the usability of the dataset for analysis and sharing. This solution helps organizations comply with data protection regulations and reduces the risk of sensitive information exposure.</a:t>
            </a:r>
          </a:p>
          <a:p>
            <a:pPr marL="0" indent="0">
              <a:buNone/>
            </a:pPr>
            <a:endParaRPr lang="en-IN" dirty="0"/>
          </a:p>
          <a:p>
            <a:endParaRPr lang="en-IN" dirty="0"/>
          </a:p>
        </p:txBody>
      </p:sp>
    </p:spTree>
    <p:extLst>
      <p:ext uri="{BB962C8B-B14F-4D97-AF65-F5344CB8AC3E}">
        <p14:creationId xmlns:p14="http://schemas.microsoft.com/office/powerpoint/2010/main" val="2508864307"/>
      </p:ext>
    </p:extLst>
  </p:cSld>
  <p:clrMapOvr>
    <a:masterClrMapping/>
  </p:clrMapOvr>
</p:sld>
</file>

<file path=ppt/theme/theme1.xml><?xml version="1.0" encoding="utf-8"?>
<a:theme xmlns:a="http://schemas.openxmlformats.org/drawingml/2006/main" name="1_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2_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8C59B386-999D-4CB6-B907-9F3997C027CC}"/>
    </a:ext>
  </a:extLst>
</a:theme>
</file>

<file path=docProps/app.xml><?xml version="1.0" encoding="utf-8"?>
<Properties xmlns="http://schemas.openxmlformats.org/officeDocument/2006/extended-properties" xmlns:vt="http://schemas.openxmlformats.org/officeDocument/2006/docPropsVTypes">
  <Template>Facet</Template>
  <TotalTime>117</TotalTime>
  <Words>678</Words>
  <Application>Microsoft Office PowerPoint</Application>
  <PresentationFormat>Widescreen</PresentationFormat>
  <Paragraphs>79</Paragraphs>
  <Slides>17</Slides>
  <Notes>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17</vt:i4>
      </vt:variant>
    </vt:vector>
  </HeadingPairs>
  <TitlesOfParts>
    <vt:vector size="23" baseType="lpstr">
      <vt:lpstr>Arial</vt:lpstr>
      <vt:lpstr>Trebuchet MS</vt:lpstr>
      <vt:lpstr>Wingdings</vt:lpstr>
      <vt:lpstr>Wingdings 3</vt:lpstr>
      <vt:lpstr>1_Facet</vt:lpstr>
      <vt:lpstr>2_Facet</vt:lpstr>
      <vt:lpstr>PII DETECTOR AND MASKER</vt:lpstr>
      <vt:lpstr>Interface:</vt:lpstr>
      <vt:lpstr>Problem Statement: </vt:lpstr>
      <vt:lpstr>What is PII?</vt:lpstr>
      <vt:lpstr>Objectives: </vt:lpstr>
      <vt:lpstr>Example Csv dataset:</vt:lpstr>
      <vt:lpstr>Masked Dataset</vt:lpstr>
      <vt:lpstr>System Architecture/Workflow:</vt:lpstr>
      <vt:lpstr>Detection Analysis:</vt:lpstr>
      <vt:lpstr>Tech Stack &amp; Models:</vt:lpstr>
      <vt:lpstr>Implementation Details:</vt:lpstr>
      <vt:lpstr> Demo:</vt:lpstr>
      <vt:lpstr>Input: Dataset</vt:lpstr>
      <vt:lpstr>Output: Masked dataset</vt:lpstr>
      <vt:lpstr>Scan Analysis:</vt:lpstr>
      <vt:lpstr>Challenges &amp; Future Scope:</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HEMANTH HEMANTH</dc:creator>
  <cp:lastModifiedBy>HEMANTH HEMANTH</cp:lastModifiedBy>
  <cp:revision>1</cp:revision>
  <dcterms:created xsi:type="dcterms:W3CDTF">2026-06-16T16:03:18Z</dcterms:created>
  <dcterms:modified xsi:type="dcterms:W3CDTF">2026-06-16T18:13:12Z</dcterms:modified>
</cp:coreProperties>
</file>